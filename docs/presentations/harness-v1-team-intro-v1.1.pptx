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3dccc4c423400f" /><Relationship Type="http://schemas.openxmlformats.org/officeDocument/2006/relationships/extended-properties" Target="/docProps/app.xml" Id="R56e22544cbe44694" /><Relationship Type="http://schemas.openxmlformats.org/officeDocument/2006/relationships/officeDocument" Target="/ppt/presentation.xml" Id="Ra89621a3217347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6fa69aafac4c40"/>
  </p:sldMasterIdLst>
  <p:notesMasterIdLst>
    <p:notesMasterId xmlns:r="http://schemas.openxmlformats.org/officeDocument/2006/relationships" r:id="Ra585c3dbda874620"/>
  </p:notesMasterIdLst>
  <p:sldIdLst>
    <p:sldId xmlns:r="http://schemas.openxmlformats.org/officeDocument/2006/relationships" id="256" r:id="Rcdb3f6aa67b04e0c"/>
    <p:sldId xmlns:r="http://schemas.openxmlformats.org/officeDocument/2006/relationships" id="257" r:id="Rc0523874eaab4aee"/>
    <p:sldId xmlns:r="http://schemas.openxmlformats.org/officeDocument/2006/relationships" id="258" r:id="Rb00ae539039740a9"/>
    <p:sldId xmlns:r="http://schemas.openxmlformats.org/officeDocument/2006/relationships" id="259" r:id="R6d917674e7ce4cf9"/>
    <p:sldId xmlns:r="http://schemas.openxmlformats.org/officeDocument/2006/relationships" id="260" r:id="Rcf24e07b149d4f90"/>
    <p:sldId xmlns:r="http://schemas.openxmlformats.org/officeDocument/2006/relationships" id="261" r:id="Re2e288e8c12a4a39"/>
    <p:sldId xmlns:r="http://schemas.openxmlformats.org/officeDocument/2006/relationships" id="262" r:id="R19fba747b0884c4c"/>
    <p:sldId xmlns:r="http://schemas.openxmlformats.org/officeDocument/2006/relationships" id="263" r:id="Ra20970c63ac1409c"/>
    <p:sldId xmlns:r="http://schemas.openxmlformats.org/officeDocument/2006/relationships" id="264" r:id="R542b4a9e522f4212"/>
    <p:sldId xmlns:r="http://schemas.openxmlformats.org/officeDocument/2006/relationships" id="265" r:id="Rd38109a098e845d7"/>
    <p:sldId xmlns:r="http://schemas.openxmlformats.org/officeDocument/2006/relationships" id="266" r:id="R8c84c19bfb8541ca"/>
    <p:sldId xmlns:r="http://schemas.openxmlformats.org/officeDocument/2006/relationships" id="267" r:id="R8f670f7033b24331"/>
    <p:sldId xmlns:r="http://schemas.openxmlformats.org/officeDocument/2006/relationships" id="268" r:id="R4940061431cd4106"/>
    <p:sldId xmlns:r="http://schemas.openxmlformats.org/officeDocument/2006/relationships" id="269" r:id="Ra06d7c22acb548c2"/>
    <p:sldId xmlns:r="http://schemas.openxmlformats.org/officeDocument/2006/relationships" id="270" r:id="Rd242e2c8641544f3"/>
    <p:sldId xmlns:r="http://schemas.openxmlformats.org/officeDocument/2006/relationships" id="271" r:id="Rdedf8c145f394945"/>
    <p:sldId xmlns:r="http://schemas.openxmlformats.org/officeDocument/2006/relationships" id="272" r:id="R54a2cd4d86514755"/>
    <p:sldId xmlns:r="http://schemas.openxmlformats.org/officeDocument/2006/relationships" id="273" r:id="R8df360086be44e2b"/>
    <p:sldId xmlns:r="http://schemas.openxmlformats.org/officeDocument/2006/relationships" id="274" r:id="R16b05aa62c7e48c1"/>
    <p:sldId xmlns:r="http://schemas.openxmlformats.org/officeDocument/2006/relationships" id="275" r:id="Rba5e48594b9246e4"/>
    <p:sldId xmlns:r="http://schemas.openxmlformats.org/officeDocument/2006/relationships" id="276" r:id="Racf409a28e074915"/>
    <p:sldId xmlns:r="http://schemas.openxmlformats.org/officeDocument/2006/relationships" id="277" r:id="Rfb4fdc8e02a7423e"/>
    <p:sldId xmlns:r="http://schemas.openxmlformats.org/officeDocument/2006/relationships" id="278" r:id="R75d4b0c65e434b74"/>
    <p:sldId xmlns:r="http://schemas.openxmlformats.org/officeDocument/2006/relationships" id="279" r:id="R52285d3e63bf41bd"/>
    <p:sldId xmlns:r="http://schemas.openxmlformats.org/officeDocument/2006/relationships" id="280" r:id="Rf3b0ce4780214cf4"/>
    <p:sldId xmlns:r="http://schemas.openxmlformats.org/officeDocument/2006/relationships" id="281" r:id="R9c939b466aec4ee4"/>
    <p:sldId xmlns:r="http://schemas.openxmlformats.org/officeDocument/2006/relationships" id="282" r:id="Rc856d5e0b37542d4"/>
    <p:sldId xmlns:r="http://schemas.openxmlformats.org/officeDocument/2006/relationships" id="283" r:id="R20e3c7d74ab54ef3"/>
    <p:sldId xmlns:r="http://schemas.openxmlformats.org/officeDocument/2006/relationships" id="284" r:id="R3a94535658fb426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6fa69aafac4c40" /><Relationship Type="http://schemas.openxmlformats.org/officeDocument/2006/relationships/theme" Target="/ppt/theme/theme1.xml" Id="Rbb8fe7eb3dcb49be" /><Relationship Type="http://schemas.openxmlformats.org/officeDocument/2006/relationships/notesMaster" Target="/ppt/notesMasters/notesMaster1.xml" Id="Ra585c3dbda874620" /><Relationship Type="http://schemas.openxmlformats.org/officeDocument/2006/relationships/presProps" Target="/ppt/presProps.xml" Id="R53f0e17ffc804849" /><Relationship Type="http://schemas.openxmlformats.org/officeDocument/2006/relationships/viewProps" Target="/ppt/viewProps.xml" Id="Rbe0ef0e4d4194a1f" /><Relationship Type="http://schemas.openxmlformats.org/officeDocument/2006/relationships/tableStyles" Target="/ppt/tableStyles.xml" Id="Reb342b73661546b5" /><Relationship Type="http://schemas.openxmlformats.org/officeDocument/2006/relationships/slide" Target="/ppt/slides/slide1.xml" Id="Rcdb3f6aa67b04e0c" /><Relationship Type="http://schemas.openxmlformats.org/officeDocument/2006/relationships/slide" Target="/ppt/slides/slide2.xml" Id="Rc0523874eaab4aee" /><Relationship Type="http://schemas.openxmlformats.org/officeDocument/2006/relationships/slide" Target="/ppt/slides/slide3.xml" Id="Rb00ae539039740a9" /><Relationship Type="http://schemas.openxmlformats.org/officeDocument/2006/relationships/slide" Target="/ppt/slides/slide4.xml" Id="R6d917674e7ce4cf9" /><Relationship Type="http://schemas.openxmlformats.org/officeDocument/2006/relationships/slide" Target="/ppt/slides/slide5.xml" Id="Rcf24e07b149d4f90" /><Relationship Type="http://schemas.openxmlformats.org/officeDocument/2006/relationships/slide" Target="/ppt/slides/slide6.xml" Id="Re2e288e8c12a4a39" /><Relationship Type="http://schemas.openxmlformats.org/officeDocument/2006/relationships/slide" Target="/ppt/slides/slide7.xml" Id="R19fba747b0884c4c" /><Relationship Type="http://schemas.openxmlformats.org/officeDocument/2006/relationships/slide" Target="/ppt/slides/slide8.xml" Id="Ra20970c63ac1409c" /><Relationship Type="http://schemas.openxmlformats.org/officeDocument/2006/relationships/slide" Target="/ppt/slides/slide9.xml" Id="R542b4a9e522f4212" /><Relationship Type="http://schemas.openxmlformats.org/officeDocument/2006/relationships/slide" Target="/ppt/slides/slide10.xml" Id="Rd38109a098e845d7" /><Relationship Type="http://schemas.openxmlformats.org/officeDocument/2006/relationships/slide" Target="/ppt/slides/slide11.xml" Id="R8c84c19bfb8541ca" /><Relationship Type="http://schemas.openxmlformats.org/officeDocument/2006/relationships/slide" Target="/ppt/slides/slide12.xml" Id="R8f670f7033b24331" /><Relationship Type="http://schemas.openxmlformats.org/officeDocument/2006/relationships/slide" Target="/ppt/slides/slide13.xml" Id="R4940061431cd4106" /><Relationship Type="http://schemas.openxmlformats.org/officeDocument/2006/relationships/slide" Target="/ppt/slides/slide14.xml" Id="Ra06d7c22acb548c2" /><Relationship Type="http://schemas.openxmlformats.org/officeDocument/2006/relationships/slide" Target="/ppt/slides/slide15.xml" Id="Rd242e2c8641544f3" /><Relationship Type="http://schemas.openxmlformats.org/officeDocument/2006/relationships/slide" Target="/ppt/slides/slide16.xml" Id="Rdedf8c145f394945" /><Relationship Type="http://schemas.openxmlformats.org/officeDocument/2006/relationships/slide" Target="/ppt/slides/slide17.xml" Id="R54a2cd4d86514755" /><Relationship Type="http://schemas.openxmlformats.org/officeDocument/2006/relationships/slide" Target="/ppt/slides/slide18.xml" Id="R8df360086be44e2b" /><Relationship Type="http://schemas.openxmlformats.org/officeDocument/2006/relationships/slide" Target="/ppt/slides/slide19.xml" Id="R16b05aa62c7e48c1" /><Relationship Type="http://schemas.openxmlformats.org/officeDocument/2006/relationships/slide" Target="/ppt/slides/slide20.xml" Id="Rba5e48594b9246e4" /><Relationship Type="http://schemas.openxmlformats.org/officeDocument/2006/relationships/slide" Target="/ppt/slides/slide21.xml" Id="Racf409a28e074915" /><Relationship Type="http://schemas.openxmlformats.org/officeDocument/2006/relationships/slide" Target="/ppt/slides/slide22.xml" Id="Rfb4fdc8e02a7423e" /><Relationship Type="http://schemas.openxmlformats.org/officeDocument/2006/relationships/slide" Target="/ppt/slides/slide23.xml" Id="R75d4b0c65e434b74" /><Relationship Type="http://schemas.openxmlformats.org/officeDocument/2006/relationships/slide" Target="/ppt/slides/slide24.xml" Id="R52285d3e63bf41bd" /><Relationship Type="http://schemas.openxmlformats.org/officeDocument/2006/relationships/slide" Target="/ppt/slides/slide25.xml" Id="Rf3b0ce4780214cf4" /><Relationship Type="http://schemas.openxmlformats.org/officeDocument/2006/relationships/slide" Target="/ppt/slides/slide26.xml" Id="R9c939b466aec4ee4" /><Relationship Type="http://schemas.openxmlformats.org/officeDocument/2006/relationships/slide" Target="/ppt/slides/slide27.xml" Id="Rc856d5e0b37542d4" /><Relationship Type="http://schemas.openxmlformats.org/officeDocument/2006/relationships/slide" Target="/ppt/slides/slide28.xml" Id="R20e3c7d74ab54ef3" /><Relationship Type="http://schemas.openxmlformats.org/officeDocument/2006/relationships/slide" Target="/ppt/slides/slide29.xml" Id="R3a94535658fb42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9871c964a6f4c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f27eb9cf254056" /><Relationship Type="http://schemas.openxmlformats.org/officeDocument/2006/relationships/notesMaster" Target="/ppt/notesMasters/notesMaster1.xml" Id="Rf3586b39b72d47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5af7de279d4ed9" /><Relationship Type="http://schemas.openxmlformats.org/officeDocument/2006/relationships/notesMaster" Target="/ppt/notesMasters/notesMaster1.xml" Id="R3f39e62562254e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6049a227034740" /><Relationship Type="http://schemas.openxmlformats.org/officeDocument/2006/relationships/notesMaster" Target="/ppt/notesMasters/notesMaster1.xml" Id="R0d7cf3ca6d2645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97b12ae1af4847" /><Relationship Type="http://schemas.openxmlformats.org/officeDocument/2006/relationships/notesMaster" Target="/ppt/notesMasters/notesMaster1.xml" Id="R82fa2ed0dce14d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0882ebae154fb9" /><Relationship Type="http://schemas.openxmlformats.org/officeDocument/2006/relationships/notesMaster" Target="/ppt/notesMasters/notesMaster1.xml" Id="Rc961ee71a7734b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b566d6b91643bb" /><Relationship Type="http://schemas.openxmlformats.org/officeDocument/2006/relationships/notesMaster" Target="/ppt/notesMasters/notesMaster1.xml" Id="Raa3f20ec22d44b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f6511dd0524bd4" /><Relationship Type="http://schemas.openxmlformats.org/officeDocument/2006/relationships/notesMaster" Target="/ppt/notesMasters/notesMaster1.xml" Id="Rdc047cbd046945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834e55d60d4d76" /><Relationship Type="http://schemas.openxmlformats.org/officeDocument/2006/relationships/notesMaster" Target="/ppt/notesMasters/notesMaster1.xml" Id="R110e85ec51e84a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fe4f09b7f64cc2" /><Relationship Type="http://schemas.openxmlformats.org/officeDocument/2006/relationships/notesMaster" Target="/ppt/notesMasters/notesMaster1.xml" Id="Rc516777893084d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a540b027734c1c" /><Relationship Type="http://schemas.openxmlformats.org/officeDocument/2006/relationships/notesMaster" Target="/ppt/notesMasters/notesMaster1.xml" Id="R61216b0bbedf42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dc46e7f2134c12" /><Relationship Type="http://schemas.openxmlformats.org/officeDocument/2006/relationships/notesMaster" Target="/ppt/notesMasters/notesMaster1.xml" Id="R704e9266ddc045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5290e4a3ba431a" /><Relationship Type="http://schemas.openxmlformats.org/officeDocument/2006/relationships/notesMaster" Target="/ppt/notesMasters/notesMaster1.xml" Id="R5d64a4f8784843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091a36ecc44165" /><Relationship Type="http://schemas.openxmlformats.org/officeDocument/2006/relationships/notesMaster" Target="/ppt/notesMasters/notesMaster1.xml" Id="R24fce43f7eb04a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db6807f00e0498f" /><Relationship Type="http://schemas.openxmlformats.org/officeDocument/2006/relationships/notesMaster" Target="/ppt/notesMasters/notesMaster1.xml" Id="R43236e52bc0d4a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d8083ae64fe4330" /><Relationship Type="http://schemas.openxmlformats.org/officeDocument/2006/relationships/notesMaster" Target="/ppt/notesMasters/notesMaster1.xml" Id="R670b98ed25c8419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107645938974407" /><Relationship Type="http://schemas.openxmlformats.org/officeDocument/2006/relationships/notesMaster" Target="/ppt/notesMasters/notesMaster1.xml" Id="Rbda9b63c3815423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150610039684ff9" /><Relationship Type="http://schemas.openxmlformats.org/officeDocument/2006/relationships/notesMaster" Target="/ppt/notesMasters/notesMaster1.xml" Id="Re3e7f919bf37418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fb35077098243ba" /><Relationship Type="http://schemas.openxmlformats.org/officeDocument/2006/relationships/notesMaster" Target="/ppt/notesMasters/notesMaster1.xml" Id="R33aa658fc451468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d29d8ff5325451f" /><Relationship Type="http://schemas.openxmlformats.org/officeDocument/2006/relationships/notesMaster" Target="/ppt/notesMasters/notesMaster1.xml" Id="R4f65cdffbe234d9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f41c27e05f04153" /><Relationship Type="http://schemas.openxmlformats.org/officeDocument/2006/relationships/notesMaster" Target="/ppt/notesMasters/notesMaster1.xml" Id="R7e931e2c6b45452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134f8055170499f" /><Relationship Type="http://schemas.openxmlformats.org/officeDocument/2006/relationships/notesMaster" Target="/ppt/notesMasters/notesMaster1.xml" Id="Rb920f293cf294ee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b6827153cb146b1" /><Relationship Type="http://schemas.openxmlformats.org/officeDocument/2006/relationships/notesMaster" Target="/ppt/notesMasters/notesMaster1.xml" Id="R5c4f2802cc8a498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9c81348dd844914" /><Relationship Type="http://schemas.openxmlformats.org/officeDocument/2006/relationships/notesMaster" Target="/ppt/notesMasters/notesMaster1.xml" Id="R6849d9922aca42f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3f1278ecf6f4bed" /><Relationship Type="http://schemas.openxmlformats.org/officeDocument/2006/relationships/notesMaster" Target="/ppt/notesMasters/notesMaster1.xml" Id="Re0b08a1226c343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c96507c644e4ae4" /><Relationship Type="http://schemas.openxmlformats.org/officeDocument/2006/relationships/notesMaster" Target="/ppt/notesMasters/notesMaster1.xml" Id="R85c61ca5cccf4df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39867fcb90543d5" /><Relationship Type="http://schemas.openxmlformats.org/officeDocument/2006/relationships/notesMaster" Target="/ppt/notesMasters/notesMaster1.xml" Id="R85f3f90fdc454b2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525b20f6e8542fb" /><Relationship Type="http://schemas.openxmlformats.org/officeDocument/2006/relationships/notesMaster" Target="/ppt/notesMasters/notesMaster1.xml" Id="R822fb9ca7e6443a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701e878e2fc4851" /><Relationship Type="http://schemas.openxmlformats.org/officeDocument/2006/relationships/notesMaster" Target="/ppt/notesMasters/notesMaster1.xml" Id="Rd6064db53bb34f3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1027d80cf6142ea" /><Relationship Type="http://schemas.openxmlformats.org/officeDocument/2006/relationships/notesMaster" Target="/ppt/notesMasters/notesMaster1.xml" Id="R99fb0dd8dcef4d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0b7daf904041a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b7866210cdd4551" /><Relationship Type="http://schemas.openxmlformats.org/officeDocument/2006/relationships/slideLayout" Target="/ppt/slideLayouts/slideLayout2.xml" Id="R444804a7743f45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4804a7743f45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cb954648ea41ac" /><Relationship Type="http://schemas.openxmlformats.org/officeDocument/2006/relationships/notesSlide" Target="/ppt/notesSlides/notesSlide1.xml" Id="R75575c19eb4f49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1c6fa42ae247a5" /><Relationship Type="http://schemas.openxmlformats.org/officeDocument/2006/relationships/notesSlide" Target="/ppt/notesSlides/notesSlide2.xml" Id="R4a99338089a14c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15c0a86a8f4c70" /><Relationship Type="http://schemas.openxmlformats.org/officeDocument/2006/relationships/notesSlide" Target="/ppt/notesSlides/notesSlide3.xml" Id="Re0bbfd74bb9046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c961572ddc4d5d" /><Relationship Type="http://schemas.openxmlformats.org/officeDocument/2006/relationships/notesSlide" Target="/ppt/notesSlides/notesSlide4.xml" Id="R7fb1a697ee0444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eb742ec2d1433c" /><Relationship Type="http://schemas.openxmlformats.org/officeDocument/2006/relationships/notesSlide" Target="/ppt/notesSlides/notesSlide5.xml" Id="Re63f8a40f5f64c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4c4229dfad45ca" /><Relationship Type="http://schemas.openxmlformats.org/officeDocument/2006/relationships/notesSlide" Target="/ppt/notesSlides/notesSlide6.xml" Id="Rcc0481985ab54a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65a8688b2746f0" /><Relationship Type="http://schemas.openxmlformats.org/officeDocument/2006/relationships/notesSlide" Target="/ppt/notesSlides/notesSlide7.xml" Id="R1da0cdad6c9940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571971afd54947" /><Relationship Type="http://schemas.openxmlformats.org/officeDocument/2006/relationships/notesSlide" Target="/ppt/notesSlides/notesSlide8.xml" Id="R9738fca0529f4e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72eec651fa4cdb" /><Relationship Type="http://schemas.openxmlformats.org/officeDocument/2006/relationships/notesSlide" Target="/ppt/notesSlides/notesSlide9.xml" Id="R63c0f91452c14b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f72c4f34b14fe5" /><Relationship Type="http://schemas.openxmlformats.org/officeDocument/2006/relationships/notesSlide" Target="/ppt/notesSlides/notesSlide10.xml" Id="Rccce433c2c4e429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99a2c9ad054c17" /><Relationship Type="http://schemas.openxmlformats.org/officeDocument/2006/relationships/notesSlide" Target="/ppt/notesSlides/notesSlide11.xml" Id="Ra920895ca0744a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bcfb2f57c64e2c" /><Relationship Type="http://schemas.openxmlformats.org/officeDocument/2006/relationships/notesSlide" Target="/ppt/notesSlides/notesSlide12.xml" Id="Rdf993015afa64d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a35ff7904b4e65" /><Relationship Type="http://schemas.openxmlformats.org/officeDocument/2006/relationships/notesSlide" Target="/ppt/notesSlides/notesSlide13.xml" Id="R358b84fb2fe546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21f80e2ab7453d" /><Relationship Type="http://schemas.openxmlformats.org/officeDocument/2006/relationships/notesSlide" Target="/ppt/notesSlides/notesSlide14.xml" Id="Rd804d54732184ea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c8473d95f54fde" /><Relationship Type="http://schemas.openxmlformats.org/officeDocument/2006/relationships/notesSlide" Target="/ppt/notesSlides/notesSlide15.xml" Id="R0d811d39817744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d1ddc4321849f6" /><Relationship Type="http://schemas.openxmlformats.org/officeDocument/2006/relationships/notesSlide" Target="/ppt/notesSlides/notesSlide16.xml" Id="R0bba9a58c3fc46d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d357f7341a4cf3" /><Relationship Type="http://schemas.openxmlformats.org/officeDocument/2006/relationships/notesSlide" Target="/ppt/notesSlides/notesSlide17.xml" Id="R0bebbf7962244f9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52056981a74584" /><Relationship Type="http://schemas.openxmlformats.org/officeDocument/2006/relationships/notesSlide" Target="/ppt/notesSlides/notesSlide18.xml" Id="R4317152444314df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3a734ffe9f4525" /><Relationship Type="http://schemas.openxmlformats.org/officeDocument/2006/relationships/notesSlide" Target="/ppt/notesSlides/notesSlide19.xml" Id="Rf78d8c142aa9441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0cc1bab6184e34" /><Relationship Type="http://schemas.openxmlformats.org/officeDocument/2006/relationships/notesSlide" Target="/ppt/notesSlides/notesSlide20.xml" Id="Ra3b5102826a445d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78648ead144b75" /><Relationship Type="http://schemas.openxmlformats.org/officeDocument/2006/relationships/notesSlide" Target="/ppt/notesSlides/notesSlide21.xml" Id="Rd965800e065042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dbebb889c449eb" /><Relationship Type="http://schemas.openxmlformats.org/officeDocument/2006/relationships/notesSlide" Target="/ppt/notesSlides/notesSlide22.xml" Id="R2c533d5b3e2049b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33df67c4784950" /><Relationship Type="http://schemas.openxmlformats.org/officeDocument/2006/relationships/notesSlide" Target="/ppt/notesSlides/notesSlide23.xml" Id="R406915c8ceae490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d054962d4245e8" /><Relationship Type="http://schemas.openxmlformats.org/officeDocument/2006/relationships/notesSlide" Target="/ppt/notesSlides/notesSlide24.xml" Id="R78fdf4919a304b5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3ba2d8778446fa" /><Relationship Type="http://schemas.openxmlformats.org/officeDocument/2006/relationships/notesSlide" Target="/ppt/notesSlides/notesSlide25.xml" Id="Rbf161e1a60e740e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c5cb8cf8944a84" /><Relationship Type="http://schemas.openxmlformats.org/officeDocument/2006/relationships/notesSlide" Target="/ppt/notesSlides/notesSlide26.xml" Id="Ra79012c26e4d4f6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6a460b6d044df5" /><Relationship Type="http://schemas.openxmlformats.org/officeDocument/2006/relationships/notesSlide" Target="/ppt/notesSlides/notesSlide27.xml" Id="Rf9c150e1925b4d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83f6bafe4844f8" /><Relationship Type="http://schemas.openxmlformats.org/officeDocument/2006/relationships/notesSlide" Target="/ppt/notesSlides/notesSlide28.xml" Id="R0ec5f550441a4c1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cc28228d6847ea" /><Relationship Type="http://schemas.openxmlformats.org/officeDocument/2006/relationships/notesSlide" Target="/ppt/notesSlides/notesSlide29.xml" Id="R0e50382a0cf242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97665F-9499-4EF8-8EF3-9EC14218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EDA1A-927F-4ADC-92C1-1D12ED96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rPr>
              <a:t>Internal Engineering Share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6D6882-28EA-4901-9507-316D3B89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590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AI와 함께 개발하기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73B6B-DCDA-49B1-AE7A-CE8D2D01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47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CBD5E1"/>
                </a:solidFill>
                <a:latin typeface="Apple SD Gothic Neo"/>
                <a:ea typeface="Apple SD Gothic Neo"/>
                <a:cs typeface="Apple SD Gothic Neo"/>
              </a:rPr>
              <a:t>Vibe Coding &amp; AI Workflow Harness 실전 입문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56629-4836-4592-B84D-D472DAC7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514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80E17-3121-4683-8923-F4088800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Document v1.1</a:t>
            </a:r>
          </a:p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박경서 &lt;Kyungseo.Park@gmail.com&gt;</a:t>
            </a:r>
          </a:p>
          <a:p xmlns:a="http://schemas.openxmlformats.org/drawingml/2006/main">
            <a:pPr algn="l">
              <a:defRPr sz="9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2026-05-16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E49C6-6A45-482C-99CC-EDE8CE84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28750"/>
            <a:ext cx="2857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95772-2A5D-4F90-A382-53CC8C1B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573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Vibe Coding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7425E-7750-498A-9381-E3ADEC0F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52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5ADDB-DBE6-4537-8CFB-E0B5F7F8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1BD34-3436-47D8-B007-F6291A00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52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DD7F63-6CF3-428C-BC90-5DC0F5E7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480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94A79-E920-4BF1-906D-43CADF05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71950"/>
            <a:ext cx="1619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D0167-F702-4695-9289-F7B4B357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672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Harness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8B8C09-8B3B-4862-B797-0268432B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95500"/>
            <a:ext cx="0" cy="23812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4755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EA82B8-B5FD-40AD-9C27-902744E1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43250"/>
            <a:ext cx="20955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4755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895051-2158-46C9-B76B-2E1BD1A5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0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3007EE-4CE4-4019-91D4-B17611CE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F43820-4D9A-4A5B-BF12-ED4D3BF7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박경서 &lt;Kyungseo.Park@gmail.com&gt;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34E71-7000-475D-B966-1A6C264B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507960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1EFE1A-BB19-4017-B34E-B80970B4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DE176-8045-4B1F-A842-E56061C3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Agenda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A429AC-3A12-4DBF-BB40-CC939F1C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오늘의 목표는 내가 AI와 함께 일하는 방식을 어떻게 구조화했는지 공유하는 것이다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B1B6A-D7DE-4DC7-B57D-F9032EE0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A0700-24D9-4E4D-A95A-AFE7B5DE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0CDCA3-FEB9-4D1F-B04D-3C3C1A40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박경서 &lt;Kyungseo.Park@gmail.com&gt;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3355A-31D4-4154-8B1A-0C383DCF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1D89E-E95F-4608-9D32-60C33739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1752600" cy="2095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56943-A76A-4917-A7E1-9B0E02DB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146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2DD7A-3FB0-405B-9E14-AADAC65F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Project Story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27D7C-A6EA-45A8-84D1-AE8020ED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왜 개인 프로젝트로 시작했는가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42C46D-2D42-4803-9E48-A75FCE79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05100"/>
            <a:ext cx="1752600" cy="2095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8D0326-92FB-4B6A-ADBE-05283413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146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ED736-96EF-430E-820A-3F908EA6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290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A24327-1D99-493E-97E0-1C16FC66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0957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내 Vibe Coding 접근 이해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4D5204-B7E4-4534-9E97-EE2C3384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05100"/>
            <a:ext cx="1752600" cy="2095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43D63-680F-4B5F-ABEB-C4020473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146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7FE001-4B5C-4033-A0DB-3B1E6D36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290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4BA6E2-F128-4D3D-B93A-E06D46B0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957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Manual-first baseline 구조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0B429-A482-486C-B384-26DE0BDB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705100"/>
            <a:ext cx="1752600" cy="2095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C4EAD6-0DEF-4EFE-975B-1757D686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146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4A1550-1050-4B2F-96EA-FB04F1BB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290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Usage Manual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C294D1-7EF1-4B50-B67D-ACE0070D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957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개인 baseline을 팀에 공유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9743DB-5A3F-4B5D-97A4-CE7231A3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05100"/>
            <a:ext cx="1752600" cy="2095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21208B-C05E-4B7F-B178-9BD5A47A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914650"/>
            <a:ext cx="495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724992-EA01-48C7-95B3-75A92116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290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Next Step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EFA7D6-5EA6-4EED-8283-E1ECBB68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095750"/>
            <a:ext cx="1409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v2와 Public 전환</a:t>
            </a:r>
          </a:p>
        </p:txBody>
      </p:sp>
    </p:spTree>
    <p:extLst>
      <p:ext uri="{BB962C8B-B14F-4D97-AF65-F5344CB8AC3E}">
        <p14:creationId xmlns:p14="http://schemas.microsoft.com/office/powerpoint/2010/main" val="27534653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7AA86A-8A37-4B43-9A1B-48F873D0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33D60-1D8E-4528-A437-9D850577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Project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2A09E-00B2-4B20-BB48-030BB607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시작점은 팀 표준이 아니라 나의 개인적 Vibe Coding 실험이었다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B64EB-2BE6-4BD3-81AA-DB5D88D9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F4A1D2-E299-44D7-89FA-8E3A3185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C237E-7A1D-46A1-984E-C9A788CF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docs/STATUS.md § Current State, personal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DC866-5223-44F4-9E3A-3A52E9F7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2D50E-E6C4-4100-BA54-E971C987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5DE7C7-3850-4EBD-A1A0-CC1454F6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670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2022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024B64-E94E-4539-8EE4-7F296772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Copilot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4D8C3-7FED-40F0-836C-B7971C16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962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자동완성 중심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BB177D-551F-4C48-9946-EAB008C2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52725"/>
            <a:ext cx="15049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C8535-ACFB-408F-B2EC-A256165B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6AEF02-36AE-4D03-8CDD-42E3C18B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670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2023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0E3A0-1AD6-438D-A0A0-4C16BA2D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385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ChatGPT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A32598-610B-4486-96FC-0E1234C9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38550"/>
            <a:ext cx="1962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Prompt 기반 코드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BBE086-C899-4753-8970-3989C125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52725"/>
            <a:ext cx="15049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21097A-ED70-4331-95FB-4F42D103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A44B6D-69E5-4F68-AD18-48B8F354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2024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6950C5-9104-4695-AAFE-FD8D73CC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385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Cursor / Claude Code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879D6A-1BF5-45F0-AFE1-2062753D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638550"/>
            <a:ext cx="1962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Agentic Coding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794CD2-7961-42A5-9187-3A827CBB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52725"/>
            <a:ext cx="15049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EFECF2-5854-4040-A930-7F7CE300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7175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9C6187-DF9E-4F47-AC36-9FAB367F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2025+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DF97FA-1CE3-4B8F-B8A6-6BEB76F3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Workflow Harness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3E07A6-3466-46F1-BEA6-93B42B90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1962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상태·승인·검증·복구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34004B-4FD6-44F1-8C3C-DE77736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48250"/>
            <a:ext cx="8191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A9125D-769F-4011-AA4E-53093837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482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CE9041-E6E2-4AF2-AF95-45F26F08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219700"/>
            <a:ext cx="777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개인적 문제의식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BD3234-273A-4DDC-811F-8ED25503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43550"/>
            <a:ext cx="777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개인 실험에서 시작했지만, 반복 가능한 방식으로 만들려면 상태와 기준이 필요했다.</a:t>
            </a:r>
          </a:p>
        </p:txBody>
      </p:sp>
    </p:spTree>
    <p:extLst>
      <p:ext uri="{BB962C8B-B14F-4D97-AF65-F5344CB8AC3E}">
        <p14:creationId xmlns:p14="http://schemas.microsoft.com/office/powerpoint/2010/main" val="5249602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295823-9873-4B3B-AE91-E1079A5D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44A25-2114-4DA0-9844-F52D2078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Project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9670F-A721-4F3A-BFD3-9D6937BE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나는 실전 프로젝트 위에서 개인 workflow를 동시에 검증하는 구조를 선택했다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C64B8-413D-4BAE-9E5A-29534CF8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11B7DD-B291-4B38-A50D-FAD835A1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D11C91-D183-429F-A348-4E3A1110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docs/PLAN-SUMMARY.md, docs/ARCHITECTURE.md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5555E-1143-4BE2-AB53-9BC158BB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EA58AA-DB6D-4C30-8C94-436CCE62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4095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66190-A18F-4B51-A42F-5A6E6987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3CD713-C4B7-4E72-9D47-75EA0CB7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09825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Product Axis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B85B7-CB97-4517-A49B-D3DE5F2A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33675"/>
            <a:ext cx="36766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Spring Boot MSA Template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gateway / services / common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auth / Redis / Testcontainers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Phase 2: K8s, observability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B4434-8F39-4C58-AD51-ED48C51A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38375"/>
            <a:ext cx="4095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934443-AFE9-4049-BCCB-922BEAEB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3837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2CE3D4-1186-40D7-9CE6-ABAB60B2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09825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Axis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4EE099-42B9-44BC-86D4-D6B9292C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33675"/>
            <a:ext cx="36766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AI Workflow Harness 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STATUS / commands / DR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state machine / scaffolding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Phase 2: hook, CI, SSOT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D94EC-C796-4DC8-AA47-8D17E56E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05150"/>
            <a:ext cx="13716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CFDAA-5C0F-442D-BAE1-42564D73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38500"/>
            <a:ext cx="800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상호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3C6AA-D242-43A0-AF0A-E8E49DD8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38750"/>
            <a:ext cx="868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개인 workflow도 실제 개발 대상 위에서 써봐야 한계와 개선점이 드러난다.</a:t>
            </a:r>
          </a:p>
        </p:txBody>
      </p:sp>
    </p:spTree>
    <p:extLst>
      <p:ext uri="{BB962C8B-B14F-4D97-AF65-F5344CB8AC3E}">
        <p14:creationId xmlns:p14="http://schemas.microsoft.com/office/powerpoint/2010/main" val="10354223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DBF06-98F2-419A-B4F8-8F1C90A2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B7203-1A7B-4B4B-904C-603215DD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Project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75372-17CE-4F35-9710-11E1ECEA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이 repo는 Product 코드와 Harness 문서가 하나의 저장소에 공존한다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A6612-F6A0-4190-B24B-FAD0D713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F68D75-B17A-4094-B6A4-91CEA480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E4A14-9431-46A6-B21F-4DDCE7A7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docs/ARCHITECTURE.md, create-harness.sh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FA6750-C14C-477D-BCA5-6B6926A1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026A2-3712-4EEF-9A85-49349515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B4C10C-5007-4D41-8347-9F949AA2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35DF2-E9B8-4158-B918-BFE43CB4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Product Runtime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6E42D-C04B-43BE-B154-6AEF0CF5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gateway/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services/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common/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C10DD-EE5C-48C2-8DCB-3D015CAF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36E2D-4516-46E5-AD6D-26D4F784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B41DC1-8CEF-492E-BD6E-74E71D74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Docs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973724-BFC1-4DA2-8C4D-5DA1C0A0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docs/STATUS.md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docs/AGENT-WORKFLOW.md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docs/HARNESS-PROTOCOL.md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docs/WORKFLOW-MANUAL.md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F96044-5E52-4D20-8EA7-C0B0E895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72F4A0-B0F3-4CA8-B919-D1990C9B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BFAB6-B9C6-46CD-9CAD-8F2E1B82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Tool Surfaces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C36DA0-78AD-41C6-9F20-4C42B39A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.claude/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.cursor/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AGENTS.md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CLAUDE.md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D734FC-9136-4578-AD95-B4B7AECA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31F9C9-15AF-44AA-B17A-52FA68FE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24FF6B-F91F-452E-8B6C-9EA06FAB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Scaffolding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FB3CA6-14AF-4219-9676-45F3299F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create-harness.sh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--profile generic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--profile spring-boot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--existing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341B1-9E3D-4E2B-A885-56448B5E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81625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개인 프로젝트라도 code와 workflow document가 같은 repo에 있어야 다음 세션의 내가 같은 상태에서 다시 시작할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7427328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57A376-E55B-43BA-B654-65C6CAD6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9E653-8318-4586-AAD6-A577B4EA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Project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D9A1B-7E77-49A2-B5B3-0CB54A63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이 프로젝트는 12일 동안 제품과 Harness를 병렬로 발전시켰다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4EC8A-623A-4B26-B61B-640582BA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22F5E-D8FE-4EF1-A0E6-306604FD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BF4B7-D128-4A77-BB72-471B6D92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git log --oneline, docs/STATUS.md § Active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1A17D-1E55-4795-A1E3-F7029D6D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1F07B-795F-4E32-B571-7B5DF613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140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DC5E83-6B17-4741-99BE-8347C379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Phase 1</a:t>
            </a:r>
          </a:p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Product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F396A8-8F93-4C76-BB84-17A65EAB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48025"/>
            <a:ext cx="400050" cy="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79A9B9-1D5F-46E4-8D42-CD8D8B92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95650"/>
            <a:ext cx="140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4D908-3DF6-4AF8-A28B-1D6F9D8B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0520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Context Docs</a:t>
            </a:r>
          </a:p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정비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143DA-E8CA-4D40-9E92-40C3F0A5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705225"/>
            <a:ext cx="400050" cy="-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DB951-6B29-4FDD-8F72-623C68AB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38450"/>
            <a:ext cx="140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45B9F-702F-43A7-B63C-9BEDCA1E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4800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STATUS / Backlog</a:t>
            </a:r>
          </a:p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 DR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D5A80F-04D9-4ED6-A016-F7A9C9BC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248025"/>
            <a:ext cx="400050" cy="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9E986A-612D-423F-ACBB-07F79900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95650"/>
            <a:ext cx="140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E63B98-FAD2-4043-A180-38EEDE49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0520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Command Workflow</a:t>
            </a:r>
          </a:p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정렬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B0C26A-974B-40D0-B45E-05565741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05225"/>
            <a:ext cx="400050" cy="-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ADB05F-5DC1-475F-AB46-42FD3765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38450"/>
            <a:ext cx="140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14D711-10C4-41EB-B5CE-DB08451E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4800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Manual-First</a:t>
            </a:r>
          </a:p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Harness v1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9C6F74-5C1B-4577-B6DE-42230F1A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48025"/>
            <a:ext cx="400050" cy="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7560CB-E653-45AC-BCD3-0E83FE16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95650"/>
            <a:ext cx="14097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3E9162-7F5A-40E8-BCC9-DC171602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50520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Scaffolding +</a:t>
            </a:r>
          </a:p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3-Tool Alignment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672737-D388-47B1-B570-BB76AF4E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43500"/>
            <a:ext cx="8191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8E6210-33CE-4768-BD36-DC2AAE3D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435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21F915-A313-47FA-AE2D-D884F76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314950"/>
            <a:ext cx="777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발표 기준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8A4F18-F441-4020-82D8-EA126C51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638800"/>
            <a:ext cx="777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숫자를 자랑하기보다, 개인 실험이 상태·문서·command·gate 구조로 수렴했다는 점을 보여준다.</a:t>
            </a:r>
          </a:p>
        </p:txBody>
      </p:sp>
    </p:spTree>
    <p:extLst>
      <p:ext uri="{BB962C8B-B14F-4D97-AF65-F5344CB8AC3E}">
        <p14:creationId xmlns:p14="http://schemas.microsoft.com/office/powerpoint/2010/main" val="3938560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7A5FB3-46B1-4681-B436-E75E86C3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46AB40-EFBC-48B0-80AE-3E64ECE2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Project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23FDC-6ADD-4044-B29B-53C2CC17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Phase 1과 Harness v1이 완료됐고, Phase 2와 v2가 남아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9949C-2881-43B9-B33A-3C8E7E39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55E20-4DC0-4425-BF18-47DD3712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151A6-02A8-4BBF-8DC8-0FD27CD5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docs/STATUS.md § Current State, docs/backlog/PHASE2.md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01B46-E823-4218-95F4-DE96824F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467FF6-1C93-4079-BB26-BE534444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54F08-BED9-4C6B-A3C4-E3189A1C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E7BA7-6A7E-4289-B595-653CACD1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145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799CB7-EE83-4456-9506-B92085DB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Next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6A673-5D69-437C-800E-FC85E1FB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098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21C8D-13B1-4FD1-8889-8B1EF09D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051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Phase 1 complete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C02C5-58AD-430E-B4C8-563783DD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098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02220F-FB34-44EC-A30D-9C79152B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051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Phase 2 product plan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FFE373-018C-4AF4-A05B-98789711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051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E3F41D-392E-49BD-BF24-FFF03094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004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Harness v1 complete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01ECF7-1B01-4B26-9DE1-FE4B94AF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051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14BF19-6A30-4AE7-BDB9-D34C9BFF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004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Harness v2 automation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C88230-75EE-4114-9BDE-8A1EFD93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AD1DEF-DF74-4413-A718-192924AE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957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Manual-first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4AA43A-B640-4F6A-8F40-9A862046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26D0D6-E806-4C56-8FF2-63DE7BE9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957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Hook / CI 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C051A0-3847-417F-A903-0A67931D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00F056-8F43-461F-BF11-80C66361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910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Scaffolding available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57FC99-7471-4772-923C-F5B81A20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1C1C5D-318B-4577-8C57-3A73D485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9100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SSOT config and drift detection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2F833E-789C-48A1-9BD5-FEDCC050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857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50AA17-295B-4161-A57D-AB3D9280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E08356-A52A-4F7C-A62F-3C03A774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124450"/>
            <a:ext cx="815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Current Position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C374A6-8ADC-4F0C-A744-3E26CA0E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48300"/>
            <a:ext cx="815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개인 프로젝트는 Phase 2를 준비하고, workflow는 팀 공유 가능한 형태로 다듬고 있다.</a:t>
            </a:r>
          </a:p>
        </p:txBody>
      </p:sp>
    </p:spTree>
    <p:extLst>
      <p:ext uri="{BB962C8B-B14F-4D97-AF65-F5344CB8AC3E}">
        <p14:creationId xmlns:p14="http://schemas.microsoft.com/office/powerpoint/2010/main" val="16707798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426306-DC02-426D-B6E1-006FCE12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31EEC-7C6C-483E-B8BC-7B21FB0A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2FDFC-14A1-4008-8B4E-A7CE4004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AI 코딩 도구는 3단계로 발전했고, 이 프로젝트는 3번째 단계를 다룬다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F0B101-FD8A-4829-A84E-367C71FB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0FFAE-64D1-442A-999C-931CF765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D1330-165A-41DD-ACC9-71C58692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docs/retrospectives/harness-evaluation-20260514.md, general industry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C244F-E1F9-4378-BDD5-611D65BF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D01106-76AF-4A61-8259-3EF009D6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8BDD3-9BD7-44F2-829D-9C5B3074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51E79-8917-4CC9-8C38-335EFF37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AA12A3-21B1-4E21-90D7-83366550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907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Tool Pattern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F76534-2EEC-4722-B8FF-7BFF0C56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1C2C00-0B42-4B8A-B035-C742FCC0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What It Does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45D29-8017-4BA9-8DC6-AE80B4CE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4E181F-F481-4A40-8124-4B525A92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What It Does Not Guarantee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8399C7-3E6B-4404-96EE-6AB139E3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E89210-09E5-48AF-8BB3-613DDD37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Chat UI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D48A1-4575-42EC-A9B2-8AB78603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241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D1D1DE-CF34-4989-895A-AA33231D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194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ChatGPT, Claude.ai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F7FB17-1B6D-4FED-B04C-3474A3CA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C3EC69-2DA8-473A-B77F-7DA8ADAC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194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질문에 답하고 코드 조각 제안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7875B-3F8D-406A-8B31-95591A08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241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4A2E4F-639C-4305-88AA-2206DB2B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194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repo 상태 유지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5CCA09-4763-40E5-B1C0-33998A32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156B8A-73DC-4B38-BD70-9678C8BA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IDE 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C87A2B-2408-49C0-9247-4B40A64F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528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1BEF50-CBDF-4A32-B5AA-A49D4E28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480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Cursor, Claude Code, Codex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30865A-FB90-4D3A-81DE-C6B70E53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522C34-0D64-4F12-802A-AB417264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480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파일을 읽고 수정하고 명령 실행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7B9130-9CA4-49B7-BD12-5548B2C2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5280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9EFC9F-DD62-4B23-B9FE-033FDDEA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480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팀 기준 준수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C1F52C-0385-49C9-8313-396CA0F5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F236D3-BB86-4C7C-8494-7D1C934A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Workflow Harness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77D591-4933-4354-BB3B-97A9E92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814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0F7337-0086-4C0E-81DA-107480E0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767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rules, status, commands, gates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E4BDB5-0C42-4635-B30F-C6EC39FE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814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847166-6176-4F3F-9588-1A0DB9CF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767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상태와 절차를 기록하고 공유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26638C-811F-4E18-84CF-6235EFD7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81450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07AD8C-CE9E-49FB-918F-5ABCD6EF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767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완전 자동 강제력은 v2 영역</a:t>
            </a:r>
          </a:p>
        </p:txBody>
      </p:sp>
    </p:spTree>
    <p:extLst>
      <p:ext uri="{BB962C8B-B14F-4D97-AF65-F5344CB8AC3E}">
        <p14:creationId xmlns:p14="http://schemas.microsoft.com/office/powerpoint/2010/main" val="7891318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51BFAB-C093-459F-B68D-701C3C5E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0AD627-C8C2-405E-93EE-51976893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63011-483A-439D-9B0A-ED1599D3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Claude Code는 강력하지만, 팀이 제공해야 하는 것이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3EA6C-5F2E-4206-857C-C4B8EEF7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27C8A-8F8B-47BD-9419-8523C463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2ECC0F-0006-4A02-A864-EDA145B7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docs/AGENT-WORKFLOW.md, docs/HARNESS-PROTOCOL.md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2B35F3-0273-4D2E-BBEC-99028920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AFFE3-145F-4813-98A4-3C8A797C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55965-3719-43C1-A8B3-E834481C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Agent Can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6DE7B-9BBB-49D1-B258-54503AAF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8A6A9A-2D60-4938-8B22-D11A10CB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Team Must Provide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BF8E32-DCE7-4089-A5C3-D9C58C92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D94AA1-1377-467E-BD35-5E3F30AA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repo 파일 탐색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824E13-463A-4EDF-ADA0-CD7C9A88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58EE1-AC41-450F-8B1C-F5513D41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1940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어떤 문서를 먼저 읽을지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7DFE9F-6AFF-430C-93E5-922AE12F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84906C-3B83-4AD2-B628-CC8FC995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코드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FC196-8645-4ABA-8B2E-A33AFD4C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F84C70-31FA-4852-B494-AF98726B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4805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어떤 범위까지 수정할지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AFC458-250B-407A-8DA0-DE4CF173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BAFB23-FE3B-4685-9B31-98859159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test 실행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FE57D8-29E9-41C4-8377-C4D468F0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8145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B4E93-8F57-4985-BCE5-3F66F7B8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7670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어떤 검증을 완료 기준으로 볼지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75ECF9-6A90-4E2C-9403-65F3702C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557627-466A-4CA1-88B0-E92EAEB4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session resume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F46952-56F2-4F45-ADF3-CE6156AB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10100"/>
            <a:ext cx="533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17B7B3-18D5-4AB5-8F7D-B971F72A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05350"/>
            <a:ext cx="510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현재 상태의 canonical source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C17EA7-C990-4DC1-A01E-B2C6B9CB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24500"/>
            <a:ext cx="8191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6AFDFA-312F-465E-A5D6-8AE72070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245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3593E3-D0F8-43F7-AE68-42A5EC27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695950"/>
            <a:ext cx="777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Note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12D087-66F1-4875-90BD-0277F8A5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019800"/>
            <a:ext cx="777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Agent가 강력할수록 나의 기준과 경계를 더 명확히 써둬야 한다.</a:t>
            </a:r>
          </a:p>
        </p:txBody>
      </p:sp>
    </p:spTree>
    <p:extLst>
      <p:ext uri="{BB962C8B-B14F-4D97-AF65-F5344CB8AC3E}">
        <p14:creationId xmlns:p14="http://schemas.microsoft.com/office/powerpoint/2010/main" val="10639955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5C0C04-2A62-47D6-ADF7-FE6A923F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9C86E-B757-479B-95F9-C71C6D76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B4A43-0139-4506-AB61-BB8CEB5B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Vibe Coding은 AI와 함께 빠르게 만들고 조정하는 작업 방식이다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F909E-E401-4D1C-99F1-728D0415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E220C-E175-4480-AD8F-9C72F92E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37512-5ABD-447E-8D2F-D2154721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docs/retrospectives/harness-evaluation-20260514.md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386FB-46D4-4D75-B13F-B9C0CFBD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368963-3E24-4297-AD9B-10C0D2FE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4762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5C9E96-4BD5-43B4-AF4B-D9ACAF55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A8191-681E-46D9-BB60-AD74E69F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434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Without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32A14-DDBB-4F71-B9E7-55E3499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86050"/>
            <a:ext cx="43434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매 세션 맥락이 초기화됨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좋아 보이는 코드가 완료로 착각됨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scope가 쉽게 번짐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결정 이유가 사라짐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56F66A-510F-4761-B6C3-A2A999A3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90750"/>
            <a:ext cx="4762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630FAF-BF76-427E-A533-F9CCEB41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9075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28F6D-85A0-4DEC-9C9C-05F52E25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62200"/>
            <a:ext cx="434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With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33CDF-BF76-446F-B3F0-0D89EBDC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3434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STATUS.md에서 현재 상태 회복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Done Criteria와 Validation으로 판단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Approval gate로 범위 통제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• DR로 이유와 reversal cost 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357FE7-DDB5-4075-91B0-61CB736F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Vibe Coding 자체가 문제가 아니다. 기준 없이 반복하는 Vibe Coding이 문제다.</a:t>
            </a:r>
          </a:p>
        </p:txBody>
      </p:sp>
    </p:spTree>
    <p:extLst>
      <p:ext uri="{BB962C8B-B14F-4D97-AF65-F5344CB8AC3E}">
        <p14:creationId xmlns:p14="http://schemas.microsoft.com/office/powerpoint/2010/main" val="92178361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D9AF88-F6B9-48DC-9D9B-72454ED8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DC57E6-3E74-466B-9CD1-A6BF1031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8C5E5-8719-4F4B-A7FD-C8F65476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Vibe Coding을 안정화하는 세 가지 관점이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5E8AC-8F3C-4780-A488-FB05A0AF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23F9D-75ED-4032-ACA2-3F3D1CEF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1F62A-4D97-4BD6-9BAE-4FD2762D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Concept Model, docs/HARNESS-PROTOCOL.md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1D1C8-C75C-4ADB-9091-5FF44DC9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A0DDA-9937-4E70-8CD0-B1DFEBC6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4000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6BBC5-CA6C-431A-A0CF-CAE5C8BF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23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Vibe Coding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1169D-67DB-41C6-80E5-400BF75E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19400"/>
            <a:ext cx="-3714750" cy="8001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2C08A-3932-460D-9DFA-D2FB5978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2571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36AD5-6439-4B17-97D5-3CB4484B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31565-6247-49A2-B873-3FC9108F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909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Prompt Engineering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AD7AD-8520-4B8C-B702-3B80E0DD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요청 품질 설계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명확한 지시문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역할 정의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범위 한정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B4C12-DD32-40B3-AC8A-64EBA8A0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19400"/>
            <a:ext cx="-428625" cy="8001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1AE913-15D3-463C-83EE-C4EF5ACF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19500"/>
            <a:ext cx="2571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CC6ECD-F6D4-4A16-9EB5-613790CC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1950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98367A-966D-4686-97E2-55AA756B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7909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Context Engineering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7A34FA-0434-41BB-886C-99D32E79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11480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맥락·기준점 설계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STATUS.md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Backlog / DR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아키텍처 문서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7AD261-99FF-49E8-A91D-1CE99D2D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19400"/>
            <a:ext cx="2857500" cy="8001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2C22D0-BA28-4094-802E-DCBBA02C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19500"/>
            <a:ext cx="2571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F27593-59C7-44B9-8FAF-F253A9C5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19500"/>
            <a:ext cx="57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D707CB-F2CF-4331-B171-CD2B6068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909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Harness Engineering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EE6702-3D7F-4B0E-8CCC-6D4324C8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1480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절차·gate 설계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State Machine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Plan/Approve gate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FAIL/RECOVER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8C9063-2EE5-481E-8C0D-46EA574F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세 레이어는 순차 단계가 아니다. Vibe Coding을 반복 가능하게 만드는 supporting layers다.</a:t>
            </a:r>
          </a:p>
        </p:txBody>
      </p:sp>
    </p:spTree>
    <p:extLst>
      <p:ext uri="{BB962C8B-B14F-4D97-AF65-F5344CB8AC3E}">
        <p14:creationId xmlns:p14="http://schemas.microsoft.com/office/powerpoint/2010/main" val="67809720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1E9687-934C-4797-B686-26F09CB9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1BD9F-E1BB-4934-9DC2-E8E4752C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670BF-0FB1-45D0-AAC5-FF954CA1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같은 요청도 어느 레이어를 적용하느냐에 따라 결과의 품질이 달라진다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43545-CEC9-4A16-B89C-F52237B1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3633A-9638-408A-A41C-DD0F083F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4B7E1-FF1B-497A-B1C8-75AC4E9B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docs/AGENT-WORKFLOW.md, docs/harness-protocol/*.md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66884-64DD-42AB-BF31-DB842765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771CE-6A60-4ADD-ACBC-4A64A719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6516F-2C93-4492-8CAE-BED15A94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Layer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9656E-7BD1-41F0-B131-45A1C05A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0955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F6D2A1-DDAC-4CF6-B002-067E081F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21907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요청 방식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C00549-1708-47F0-84DE-29D3FFF8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20955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6843C-8266-49EA-94AD-71BF4BE9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907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결과 특성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5161BC-1650-44FB-B869-412960E6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905C60-D272-4BA4-8800-939D4900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Raw Vibe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D553EC-4D1C-4515-AAC6-BAB98C5B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7241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EADBF-1266-44F5-BE39-42654552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28194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로그인 기능 만들어줘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B745EC-348B-4AEC-BA38-926D1AE8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27241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E7258-4F28-4F91-8361-49B54B68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8194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빠르게 생성, repo 스타일·기존 Auth 무관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4D798D-B28F-4B94-9801-DAF9AF7C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CFC68C-C971-4089-9658-17EB8298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+ Prompt Engineering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41F054-5F2D-4598-AC6F-6A7B9671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33528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51058C-CAEA-4BB2-B6BD-248A1AB3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34480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Spring Security + JWT, 기존 UserService 재사용, 단위 테스트 포함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CD38F-91D9-41FB-9277-28D199E7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33528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5362A5-84C4-4252-9661-04BE1205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4480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방향 명확, 기술 스택 일치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8DB539-C7BD-4CF5-9FAE-ACDC9426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4F172F-C402-4818-8CE9-681D224D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+ Context Engineering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54D1D5-FFAD-4576-8324-7969A756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39814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5CDD61-9FA5-4AFD-9599-EF64904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40767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STATUS.md / ARCHITECTURE.md / DR-002 로드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1FAA87-FFED-4705-9E07-4B9CF503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39814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3F130A-0C2C-423F-9806-46DCA71E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40767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repo 맥락과 정렬, 이전 결정 준수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2A4C29-FBB6-45BE-A090-B07F55F2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9863B3-A25D-4A56-A867-9C2B0D84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+ Harness Engineering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0B5F9D-A151-4D00-A936-8732DA92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46101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207FB1-BD24-46C6-9296-C17B4DD6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47053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/work → Plan → 승인 → 구현 → test → /done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A6734B-5E84-4975-8768-C040C627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46101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E77ACB-0CE3-4D1E-BAC0-DDCB4799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47053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범위 통제, 검증 기준 충족, STATUS 갱신</a:t>
            </a:r>
          </a:p>
        </p:txBody>
      </p:sp>
    </p:spTree>
    <p:extLst>
      <p:ext uri="{BB962C8B-B14F-4D97-AF65-F5344CB8AC3E}">
        <p14:creationId xmlns:p14="http://schemas.microsoft.com/office/powerpoint/2010/main" val="14900962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6C4413-98AE-4069-B8AF-045079E8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8FE69-034D-46EB-924E-BBD17320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24C62-2CB6-4ADB-BE95-5E14E80B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Harness는 Agent의 자유도를 줄이는 것이 아니라 나의 작업 재현성을 높인다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010A41-6E9F-47F4-AEB5-C3A9D1E1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9EB1B-F029-4FDC-B7BB-46C3A2D3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776B9-ED0A-4BA5-A0FF-346E38E8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docs/HARNESS-PROTOCOL.md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3FF024-30DD-420A-AA7B-8858923A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3D8AE-8619-40C6-BEBE-5E8158E8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6764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463A9-03C2-43BA-BEB3-7A5DB3F5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571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E63F6-FF14-4369-8B70-09C1EB7D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Context loss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E6A035-2722-4B5D-A3D0-CE6D54F9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1257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STATUS.md and context routing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0AB60-178D-4B86-9BD5-09345BB5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16764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39FE9-C82B-4BAE-B58F-962248BA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571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3930DB-615F-4F43-B3C4-ABCFECA7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384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Scope drift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3F11C-B88C-456F-9C16-0A769284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62300"/>
            <a:ext cx="1257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Plan and approval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E3F81-2626-4FDC-AB08-3C10166A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67000"/>
            <a:ext cx="16764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5B79F-1DF7-4044-A2C8-6489B273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67000"/>
            <a:ext cx="571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FECEFA-3869-4ECC-963F-A2F0906A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384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Silent failure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A2EB4F-BF5A-45F7-95F5-65E3BFBF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62300"/>
            <a:ext cx="1257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Validation and FAIL/RECOVER loop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7297AD-B975-41FE-8E6F-363640D1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67000"/>
            <a:ext cx="16764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49E16C-D455-4F1F-B285-A5A6D6DF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67000"/>
            <a:ext cx="571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7182A9-07CE-4AD8-A0AC-7DFEE44A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384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Decision drift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38133C-5EB2-443B-AB02-CBE1D768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62300"/>
            <a:ext cx="1257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DR and Recent Decisions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4D77E8-46C6-485B-98DF-94380F6B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67000"/>
            <a:ext cx="16764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EC8FA6-86D1-484B-A187-86CEAAA0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67000"/>
            <a:ext cx="571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24085D-DB25-4162-B6ED-1E5E011D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384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Onboarding cost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4C3EC0-6761-4A9A-BBFA-4FAD8846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62300"/>
            <a:ext cx="1257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Workflow manual and scaffolding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34C2FE-1120-4E7D-98E9-1F9F487A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개인 작업에서 재현성이 생기면, 그때부터 팀에 설명하고 공유할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86859943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BDC23A-667D-44B0-9126-AA3AAD54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26D51-D2AF-4D13-9BBE-93C8B3FF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AI Collaboration Basics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E70BB2-EC5D-458E-8B79-24F4828A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도구를 평가할 기준이 없으면, 검증된 도구도 그냥 복잡성 추가일 뿐이다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D729E-3417-4745-8CCD-20F5935F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6C9EFE-D9CF-4501-B63C-C25ABA82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7264B8-50CB-4DB9-9926-2FB57AD0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docs/retrospectives/harness-evaluation-20260514.md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88468-891E-4031-B812-B6DD0F35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06A39-47EB-416F-9D40-D7645F9E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5A981-8C19-4D91-9080-54E3E74E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9212F-AB1F-4969-A88B-30C096A1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7170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gstack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AEDB14-363B-4B75-B77F-C1061673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1771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Garry Tan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skill pack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AEE8D-5D4E-49D1-B1EF-BB067873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00250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3C84D0-9083-4239-B400-9C012E87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0025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B11012-A522-4782-8DC0-EF11EC4D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7170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Superpowers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67745-471B-4197-88AA-45377934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495550"/>
            <a:ext cx="1771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빠르게 성장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중인 확장팩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ACB88-A2A9-41FF-BB19-F502F63E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C7C07-9080-412D-93D6-BA2ED609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F13E3A-0CC2-4E40-8ABD-9DE68071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7170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GSD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AC80BC-4BAB-4CB4-8996-D3D53CF3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95550"/>
            <a:ext cx="1771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Get Stuff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B6B3C-D642-407E-B321-64AB6A77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00250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2B070C-2E08-4DA4-8C67-208AB403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0025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E7AAAF-CA5A-41F4-BD92-D274BE25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17170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ECC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6F5A5-EF1E-4B9F-B020-92E89738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495550"/>
            <a:ext cx="1771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Everything Claude Code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가이드 레포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87A158-F456-4A09-BA30-38D782F1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57550"/>
            <a:ext cx="800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이미 검증된 도구들이 넘친다. 왜 직접 만드나?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7FD9CF-341D-4618-AF33-34D9A930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62350"/>
            <a:ext cx="781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190k 스타 = 많은 사람에게 유용함. 내 컨텍스트에 맞다는 뜻은 아님.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395BE-CD93-4E6A-ABD5-AE354A84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67150"/>
            <a:ext cx="165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AF4932-5C23-4D9B-9786-9AE19D90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62400"/>
            <a:ext cx="142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논거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9A799E-9852-4FCC-A275-17485782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000" y="386715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EC4CA9-643B-4142-BE1B-C8C8913E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0" y="396240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3F4465-EB06-4E22-9872-E5ABB9D9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1500" y="386715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08D79A-D764-4563-A618-DBD5E3F1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800" y="396240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809EE7-7860-4D4B-A2AF-7AA2DDA2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67200"/>
            <a:ext cx="165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F1F917-6D24-4698-A676-4D3D8604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142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판단 능력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2D5C23-4E4D-49E8-9DF8-FC99B981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000" y="426720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657E40-CF14-4EF6-825B-D3F0EEFA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0" y="436245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어느 부분을 채택하고 버릴지 알 수 있는가?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BE5553-202B-4E4A-A3F9-9B622566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1500" y="426720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4356F2-3DC3-4815-8DC2-E66F2A9A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800" y="436245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baseline 없이 설치하면 선택이 아니라 의존이 된다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964A3D-9553-4E5F-B1B2-B0677256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165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82CF88-E53B-4E5B-86F8-EA83666D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62500"/>
            <a:ext cx="142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고장 대응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4043BC-EE9B-488E-BC96-B9E0EFFC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000" y="466725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BA4432-7FB2-4A2A-80FD-3AE2C255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0" y="476250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내 컨텍스트에서 충돌할 때 고칠 수 있는가?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E1495C-56A0-44E3-B1D6-8CFC7D6B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1500" y="466725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DDCCBD-4CC2-4113-8AFD-6C43DC25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800" y="476250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내가 만든 것만 어디를 고쳐야 하는지 안다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5AE99B5-D3FB-4F60-A17C-9B230ACA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67300"/>
            <a:ext cx="165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54A782-884C-4693-A85F-35831499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62550"/>
            <a:ext cx="142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팀 설명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DA85DD-C646-4667-A425-D018C215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000" y="506730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18666D-7C2C-4665-8010-8834D705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0" y="516255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왜 이 규칙이 필요한지 설명할 수 있는가?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FE8344-6929-4730-B105-789308A4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1500" y="5067300"/>
            <a:ext cx="412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F8B01B2-997E-4395-A311-EBE94B73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800" y="5162550"/>
            <a:ext cx="389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원래 그렇게 됐어요는 전파가 안 된다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2AF5C3-FF1B-4638-9169-7D8F8A00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62600"/>
            <a:ext cx="7620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D2E12F-90AF-4EC6-8550-008AEFDE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6260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011F9E6-07C3-4195-A4B6-BC94024B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734050"/>
            <a:ext cx="7200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Positioning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1BDF507-4822-475C-BDAF-6585854B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6057900"/>
            <a:ext cx="7200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Baseline을 먼저 소유한다. 그 다음 ecosystem을 선택적으로 흡수한다.</a:t>
            </a:r>
          </a:p>
        </p:txBody>
      </p:sp>
    </p:spTree>
    <p:extLst>
      <p:ext uri="{BB962C8B-B14F-4D97-AF65-F5344CB8AC3E}">
        <p14:creationId xmlns:p14="http://schemas.microsoft.com/office/powerpoint/2010/main" val="4889928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0B57A5-D11A-4907-AF32-B762855B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CB944-7312-487E-8049-BA6C76A5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687B3-7753-4AFC-AC66-EE9FC866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v1은 나의 manual-first baseline이고, v2는 enforcement layer를 더한다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45F6E1-D22D-4E59-B139-D5C2C87C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10B42-9FAD-456F-A806-18F6419F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7D2F3-BE50-4A02-B846-2821BA95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docs/retrospectives/harness-evaluation-20260514.md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D3EC9-D17B-490E-8808-1B388BC4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50C0A-0EC1-435D-A2DB-B81D910E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6383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19E8C-992D-426F-9A1A-6E7418AE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FFEA39-6C99-4F23-B853-70DD75CF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86075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No Rules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778A8-CF1D-4A8E-A200-217AB48A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09925"/>
            <a:ext cx="1219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개인별 방식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불안정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D21FF2-C312-4E5C-A56B-36DFD268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314700"/>
            <a:ext cx="4762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6994D-7E00-48BC-99B0-A92B72F1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14625"/>
            <a:ext cx="16383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8B6A9-2DA7-44FB-8D65-9D5DA29B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14625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0FEB3-E44C-4C0E-8ED4-F2C34304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86075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Prompt Library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52441E-0F4B-41E4-BD14-49017839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209925"/>
            <a:ext cx="1219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재사용 요청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품질 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AB47E-B3F3-40F7-B7EB-25FC3779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14700"/>
            <a:ext cx="4762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D2CA9B-1D02-477A-BE9B-CD323760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14625"/>
            <a:ext cx="16383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EF68FF-A518-4A74-9ACF-9704E3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14625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2CFA93-F566-4E9B-A48D-28B0F750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86075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Command +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56E6B9-C420-4F1D-A735-852509ED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09925"/>
            <a:ext cx="1219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상태/명령 일부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세션 연속성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ADFFF6-90C6-4149-A2AA-C024D779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14700"/>
            <a:ext cx="4762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2D7ACF-9FD9-40B5-9E06-ABD5955A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14625"/>
            <a:ext cx="16383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DA8613-2C1A-4C44-A157-04BCD775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14625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9742F8-C251-4ACC-A6E8-B03853E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3CD1DF-5B45-450C-9FF5-B134E502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09925"/>
            <a:ext cx="1219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state machine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manual gates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1284A0-1E84-45FB-BA8C-52E82E6E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14700"/>
            <a:ext cx="4762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84C811-2555-4912-A288-612E554C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14625"/>
            <a:ext cx="16383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060F13-91A2-4A41-A9F8-D4A3A334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14625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E4DB29-D9C8-4F75-8B96-41AD7D0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86075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Harness v2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2AF28B-ABE2-4011-BD19-2584F07F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209925"/>
            <a:ext cx="1219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hook/CI enforced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automated gates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335E52-F6BD-4D84-8BF3-3B953169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48250"/>
            <a:ext cx="7810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5A0CD2-E7A3-4B46-A8D9-54EC814E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482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428429-8BFA-430F-8F29-6A666091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19700"/>
            <a:ext cx="7391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Completeness Claim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C8A47C-4C71-4880-94B5-0E21A338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543550"/>
            <a:ext cx="7391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v1은 완전 자동화가 아니라 반복 가능한 운영 기준을 제공하는 단계다.</a:t>
            </a:r>
          </a:p>
        </p:txBody>
      </p:sp>
    </p:spTree>
    <p:extLst>
      <p:ext uri="{BB962C8B-B14F-4D97-AF65-F5344CB8AC3E}">
        <p14:creationId xmlns:p14="http://schemas.microsoft.com/office/powerpoint/2010/main" val="111404413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71FE3B-F2D4-4466-828E-B81B072B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B53BB-0E7C-4752-BB3C-F21E9801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A3D6A-A852-4669-9DF6-70491937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내가 반복 세션을 견디기 위해 세운 원칙은 네 가지다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02412-0F58-447B-96D5-12F032FD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834DF-98B0-409B-A422-8F3ADB09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1EC1E-CB96-45A8-86D1-B8BFBB0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docs/AGENT-WORKFLOW.md § State Machine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F20E31-C82C-4F88-824E-8EFDF810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511D0-7F91-4669-8C90-ED6DEAEE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D3B83-B5C8-4039-B225-FDF1B506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97AEF0-CF0C-4471-A077-41867604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Deterministic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DB13CA-A936-404C-B9DC-CCDC0E12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같은 상태에서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같은 절차로 재개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DB66E-8C47-439B-9E01-45A66CA1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306824-4704-4FA1-A24C-65E97ACD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E324E7-E3D9-4B8D-8F94-EDA338F4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Stateful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DDAE61-9205-4843-B29D-1E5E2EB1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STATUS.md로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현재 상태 유지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10C58C-2EC8-43E6-843A-653C44FE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3696A-3220-40C9-BD36-107A0E20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399011-B8B4-4D91-9C66-F60696D5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Controlled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69623-1B6B-4037-8F4E-985255FF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Plan, Approval,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Validation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A74418-46A2-4AD3-A56C-82BE2FA9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8600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FA66BD-A135-4942-BA29-27E758B7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86000"/>
            <a:ext cx="57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5B9333-5DE9-46B4-8FF4-10A76C37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57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Failure-first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1762FC-7777-4E3F-A9D2-4D24F541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81300"/>
            <a:ext cx="19621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실패를 숨기지 않고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RECOVER로 전환</a:t>
            </a:r>
          </a:p>
        </p:txBody>
      </p:sp>
    </p:spTree>
    <p:extLst>
      <p:ext uri="{BB962C8B-B14F-4D97-AF65-F5344CB8AC3E}">
        <p14:creationId xmlns:p14="http://schemas.microsoft.com/office/powerpoint/2010/main" val="48261059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D9FDA0-5F6F-4E6F-AE61-79C838A5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BC9386-D42D-4990-B525-BA85830C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168E0-BFCC-44FF-9A76-1F71BD21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문서는 많아 보이지만 다음 세션의 나를 위해 각자 하나의 역할만 가진다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C80EC-C1E8-47C8-AD54-C7540B8B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80DD1-615B-4C0C-87AF-B830DE99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8078E-DD08-47AE-8C8A-7F422974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docs/HARNESS-PROTOCOL.md, docs/harness-protocol/04-document-lifecycle.md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1024D-6346-40BC-A0DF-630E6E60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39D7C6-AADB-4743-A229-1503B822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52650"/>
            <a:ext cx="2667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396439-6244-462E-9951-C481BF12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526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B7518-1C43-4EF3-9683-887C7D67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24100"/>
            <a:ext cx="2247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STATUS.md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91082-50AE-4F53-B470-4790F3C0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47950"/>
            <a:ext cx="2247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Live 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0D16E-1D05-4341-8CC4-495C49EF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C8FE03-7881-471A-A770-B9BF38FB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68933C-48F4-49C5-9082-3AD18006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0520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backlog/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D3F71B-F4B0-4021-A691-F49308E7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29050"/>
            <a:ext cx="2152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Product /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A81409-4D73-4EF7-B4CD-A5BE39D5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05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C68195-01C3-418B-87A3-142EB150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05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04005-A4FF-4554-9B02-9D28ECB8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1719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decisions/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F00302-1A1C-4450-A8ED-D716E7B7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95800"/>
            <a:ext cx="2152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DR records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DE3D01-D122-4525-A72C-BF98AF1D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33375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139ADD-6C72-4BFA-BA1B-64E509B2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33375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718C86-FB11-44B2-8159-5121003C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0520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AGENT-WORKFLOW.md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C554C7-1FF6-4CD5-84F5-EC9694DF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29050"/>
            <a:ext cx="2152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3-Tool Shared Rules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AECEFF-A235-49AC-A050-280AE0BA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7625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77F472-75DD-4F77-BAF0-3FC33C90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7625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5400FC-D836-46FE-BAAA-948CFBF1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339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WORKFLOW-MANUAL.md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63539F-37BD-44A6-A698-EEEA5188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257800"/>
            <a:ext cx="2152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Human Manual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F94F2E-74ED-4C81-947B-B016662B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00BA28-1910-4067-A82A-42FC28C9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085F7D-1B37-4E0E-BE1D-A383BAB0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HARNESS-PROTOCOL.md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C7A3EF-FA38-4D35-BF1F-857010AA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57800"/>
            <a:ext cx="2152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Protocol Hub</a:t>
            </a:r>
          </a:p>
        </p:txBody>
      </p:sp>
    </p:spTree>
    <p:extLst>
      <p:ext uri="{BB962C8B-B14F-4D97-AF65-F5344CB8AC3E}">
        <p14:creationId xmlns:p14="http://schemas.microsoft.com/office/powerpoint/2010/main" val="34830983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59DAE6-0AF4-4E5A-9243-10C58D16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0D3029-20E3-4688-8650-129D5539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C0670-C4C7-40E3-863A-A1DC4A83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Plan → Approval → Execute → Validate가 나의 기본 실행 루프다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E1630-6B41-4902-8CED-99ED91B7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5F1DA7-F628-48B1-81F0-A5BE17E6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4C38D-D144-4260-AD31-D783D0EA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docs/AGENT-WORKFLOW.md § State Machine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FF3F7-FB76-4C15-AB3A-FB71920A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6E7362-0D23-4D8B-B1CA-2CF1726F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00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6AA7D3-0D88-4BF0-8747-802EF493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INIT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26B12B-57A7-436A-B234-5AF56FC2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209925"/>
            <a:ext cx="3524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BC756-9012-4386-9A86-803522E9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28950"/>
            <a:ext cx="1200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37B5E6-3B35-4A5F-A881-A1933D6E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242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A4234A-7606-421E-A473-3990A3D2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09925"/>
            <a:ext cx="3524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8C103-F22C-43F5-94C6-F84183AA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28950"/>
            <a:ext cx="1200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F86249-381A-4E49-9D25-F4DA9CCA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242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APPROVAL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ADE870-5662-44C1-90C7-8857AD70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9925"/>
            <a:ext cx="3524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678EAC-C874-41F2-9B0E-C0F9CF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028950"/>
            <a:ext cx="1200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DA3E02-E209-400C-B900-94AC9E90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1242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EXECUTE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8EB1A-CB51-4D7D-935E-0C6ED052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209925"/>
            <a:ext cx="3524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48F498-C681-4265-B120-A236FEFF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28950"/>
            <a:ext cx="1200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1CFDF7-A390-4EB1-B4B2-BBA28810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242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VALIDATE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CF2F4-C7EC-488A-B37C-84FDB920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09925"/>
            <a:ext cx="3524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52EC82-9796-4C89-9D01-4F353DC0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028950"/>
            <a:ext cx="1200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ABE5CB-C7F1-4CCA-8B9F-F9FBABB2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1242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CHECKPOINT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7C1D19-3084-45BB-BF82-8C4BD070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209925"/>
            <a:ext cx="3524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82E0EA-8D74-43EA-9E37-99C1A118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028950"/>
            <a:ext cx="12001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964B01-03F7-49E9-A60B-6E739496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242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END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FB7E4B-35A2-4BE7-8F8C-DE3D6887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0530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C630FB-AC43-4680-82BA-34E553FC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005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FAIL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DE8ED5-F1B8-4A86-B368-AA9A638B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05300"/>
            <a:ext cx="133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34ABBA-309E-451F-BF16-A491355E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005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RECOVER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80E8E9-9658-45C3-9556-1B5299B3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24500"/>
            <a:ext cx="7620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validation이 실패하면 checkpoint나 commit으로 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62019118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236844-EA96-487A-8B1F-7203B41A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252AA-B0F7-44C4-8CCD-A7BE9B93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61839-EEE1-4451-A295-8597ECBE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STATUS.md는 Agent와 내가 공유하는 현재 상태의 single source다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EC8AE-694F-475C-9AB3-D3C991E5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8F2B0-A536-4720-976A-04C5C2EE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8F445-040D-4BDF-9D5D-30FC9578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docs/STATUS.md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15FCE-90D5-4093-B335-6508B55E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BF008-CBA7-462C-8477-03B18E3D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05050"/>
            <a:ext cx="2476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EDCAC-ABFB-4D70-8DAD-9A5AB9B2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5745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Current 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24B99-0D7F-4423-A70A-EDCD52A5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05050"/>
            <a:ext cx="64008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7AF3F5-68A9-4222-B148-8155788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현재 phase, focus, 참조 문서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1CF3F-5643-46AB-BE50-37DE6ABA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48000"/>
            <a:ext cx="2476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86E04-7456-463F-B525-A6701407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004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Active 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4878E-7EDE-427B-8A93-9C2E674B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64008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97C29-113B-465A-9211-7DD09C51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04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진행 또는 완료된 주요 작업과 verification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8A8ED0-2CB4-480C-8C25-FEC16B57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90950"/>
            <a:ext cx="2476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20C4F-3FD8-492C-B64C-7338B3D0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335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Recent Decisions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E0074-F831-4951-BE4D-C0C25DD5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90950"/>
            <a:ext cx="64008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7938F3-4C96-47FC-BF9D-CAFA4FB2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433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후속 행동을 바꾸는 최근 결정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85555-6242-4A9D-9B06-5BE49C06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33900"/>
            <a:ext cx="2476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0D7EE4-7D5E-4ED2-9A07-871AB682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863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Next Actions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A62982-CE64-4E2F-8654-EDC09DA3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64008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DAF7B5-578C-443A-BE6E-84E23B4E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863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다음 세션의 우선순위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580F7B-53DA-43BF-A496-A49AEBFE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486400"/>
            <a:ext cx="7810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D577D6-862C-451E-AC23-1062B981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4864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ED3868-5A46-4403-BE2C-D7ED4E28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57850"/>
            <a:ext cx="7391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Anti-pattern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12CF81-6517-4135-8263-3C825545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981700"/>
            <a:ext cx="7391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STATUS.md를 건너뛰면 Agent도, 다음 세션의 나도 현재 상태를 추측하게 된다.</a:t>
            </a:r>
          </a:p>
        </p:txBody>
      </p:sp>
    </p:spTree>
    <p:extLst>
      <p:ext uri="{BB962C8B-B14F-4D97-AF65-F5344CB8AC3E}">
        <p14:creationId xmlns:p14="http://schemas.microsoft.com/office/powerpoint/2010/main" val="165209962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41CB79-2F5E-4F3E-AB1E-73961CA7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3FB0A-4F18-4367-9EDB-5AFBC9A4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BE0FA-0722-4C2F-9248-3B7BCB8B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Claude Code, Cursor, Codex는 같은 규칙을 다른 방식으로 따른다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6AF31-6F17-4012-8CF8-A11728BA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203E2-0AB4-4FCC-B934-C6BD079B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022A12-1094-4E54-858B-E34C7815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docs/AGENT-WORKFLOW.md § Context Routing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14064E-AE21-4D65-8B05-8A16C7C7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B25395-67BF-4AA3-AFEE-59A7276C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2724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E0297A-A46B-4A12-B7DF-20AFC5CF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61113-F583-4E2B-A5DC-ACA1B70E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4795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Claude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CA1F12-87D1-41F3-97B8-BCA6B3BE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23050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Entry Point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CLAUDE.md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.claude/commands/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Execution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slash command 중심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F4A16E-3D33-479F-97D5-23025386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76500"/>
            <a:ext cx="2724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9F93F8-024A-47F8-B7E8-22EE48D2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76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1D4F60-CE39-4A6B-A68E-B2BF34D0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4795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Cursor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70D1EB-9E9B-4431-B440-B04299DA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71800"/>
            <a:ext cx="23050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Entry Point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.cursor/rules/*.mdc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Execution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editor workflow 중심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BB927-EA21-49EA-88FC-AB7145D0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76500"/>
            <a:ext cx="2724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95EE14-DCA2-4730-9650-09D22F44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76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493A4A-DEA7-478D-8AFC-ABD6ABAC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4795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Codex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B43A77-0AF9-4AB9-B6B7-12A85A52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71800"/>
            <a:ext cx="23050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Entry Point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AGENTS.md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Execution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command mapping을 수동 절차로 수행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B90E13-94C6-4AEB-AAEC-17657C3A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10150"/>
            <a:ext cx="5334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C4BA38-54A8-497C-9024-59E0DB5C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1015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909C60-D412-4389-810E-F9C15A4E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181600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Shared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CD44B8-881B-4CC9-9790-32822EBA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505450"/>
            <a:ext cx="491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docs/AGENT-WORKFLOW.md</a:t>
            </a:r>
          </a:p>
        </p:txBody>
      </p:sp>
    </p:spTree>
    <p:extLst>
      <p:ext uri="{BB962C8B-B14F-4D97-AF65-F5344CB8AC3E}">
        <p14:creationId xmlns:p14="http://schemas.microsoft.com/office/powerpoint/2010/main" val="99850251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C3EF14-1DA2-4BFD-857B-CBAE537F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5FAFA-1BA1-4E0A-BC0D-5664E30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D176B-6316-4B57-8AFF-02A08C41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create-harness.sh는 Harness를 다른 repo에 이식하기 위한 장치다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C552F-83C1-46EC-B60F-F0E6D7F9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62488-4466-477F-8D7B-EAE0E0B7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E4F1E-4188-4BB6-BD52-B401857F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create-harness.sh, docs/WORKFLOW-MANUAL.md § 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6E483-09DF-4001-841C-0D8B4A2F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4CC15-5B1A-4513-9159-3E36030D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8575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243139-9D3C-40B8-B2AF-78EDC8AD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5715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BF050-84AF-45D7-AB17-D00313E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2438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1C2336-6883-4711-8B70-66E8F632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24384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create-harness.sh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--profile generic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--profile spring-boot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--existing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F9D84-9675-49F3-99C4-8C7453C2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48000"/>
            <a:ext cx="1047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F63D56-FFCD-4F17-97A2-80CD8E2E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194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생성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63D370-2F17-440D-B249-52E4DF2F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76250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BBB5EB-96C5-4704-8FCF-E9CBC81F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5715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4CDB7D-B6DE-4A2F-91A1-C63DC7A3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24100"/>
            <a:ext cx="4343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69D4DD-3B3E-4F6F-95D2-D7B855E1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47950"/>
            <a:ext cx="4343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docs/STATUS.md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HARNESS-PROTOCOL.md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HARNESS-QUICK-REFERENCE.md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docs/harness-protocol/*.md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.claude/commands/*.md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.cursor/rules/*.mdc</a:t>
            </a:r>
          </a:p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CLAUDE.md / AGENTS.md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267C56-7B5B-4BE8-A5FD-14BCD0CC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2925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v1은 내 개인 프로젝트에만 붙어 있는 규칙이 아니라, 다른 프로젝트와 팀에도 옮길 수 있는 구조를 지향한다.</a:t>
            </a:r>
          </a:p>
        </p:txBody>
      </p:sp>
    </p:spTree>
    <p:extLst>
      <p:ext uri="{BB962C8B-B14F-4D97-AF65-F5344CB8AC3E}">
        <p14:creationId xmlns:p14="http://schemas.microsoft.com/office/powerpoint/2010/main" val="46831245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99BD04-62E7-401E-9533-4DC3F08C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33AB3-6EDD-4382-8813-6D61A6D2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Harness v1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4320F-480F-4D2F-9D55-D9A278ED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v1의 완성도는 자동화 수준이 아니라 반복 가능성으로 평가해야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2243D-63A1-4BD0-95B8-41C9E47C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21FA8-AA6C-4F3F-8232-D480096E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3F2CF-3331-4D4D-946E-9AAD7608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docs/retrospectives/harness-evaluation-20260514.md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85C29-CABB-4046-98E9-F4562964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DEF172-8012-411B-BB11-45655442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D40900-A181-4686-B54C-1E33DAB1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v1 Provides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FFD41D-D479-45F4-B375-FA3DBE0E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2C8D4B-0FC3-4D81-AEDC-185149E4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v1 Does Not Yet Enforce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F3787-789D-4DD8-8171-518132F7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E2C291-8C06-417C-9D37-9C47BCEE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Manual state machine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CDCD19-F902-459F-B943-AF19D051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0985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FBCBD-EAC7-4479-ADA0-6C16DD1F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051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Hook 기반 hard block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E13C11-1761-4543-9CC8-2239F008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6F045-351C-4C92-B132-A33753F1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STATUS Update Proposal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E89F5-FCF4-431F-AA30-0DF054CE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242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F75C6D-2804-4B11-8DAA-1C438B40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1945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자동 stale detection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B19DBF-193F-42A2-BDAC-8F6A9FB5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39B09A-BBCE-452E-A6DC-D052F531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Context routing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4442D0-C3F7-45D7-8F31-02CF2C93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3855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885F7C-B455-4C4F-B13E-D92007F9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338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SSOT config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8BD214-04B6-4CCD-B19C-18861B4A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D4B3A-C522-4C1F-BC7F-2F9E7F1F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DR and recovery rules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3C2DA0-82B6-4462-8BA3-794578D6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529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BA8412-F9AF-4A8F-8452-D69AAEC8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4815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CI-level policy gate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5DC38-6872-4B37-9C7B-D3CBBD96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6725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32B02E-AD22-4885-8C40-B7B8AD9F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Scaffolding baseline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AB0619-68FA-40CA-800A-4C76320A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248C35-6912-4346-81F5-0EEBA173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625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template upgrade automation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3FE13B-9C3D-401B-BBCD-F8D21BD7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24500"/>
            <a:ext cx="8191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0A3262-4434-4D2A-9C97-5F9A8D60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245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946C91-CC5A-46F5-B5D4-EA30264F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695950"/>
            <a:ext cx="777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Note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3FCA51-2B43-4D36-B02A-780B44AB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019800"/>
            <a:ext cx="777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v2는 hook, CI, .harness/config.json, drift detection을 통해 enforceable workflow로 발전한다.</a:t>
            </a:r>
          </a:p>
        </p:txBody>
      </p:sp>
    </p:spTree>
    <p:extLst>
      <p:ext uri="{BB962C8B-B14F-4D97-AF65-F5344CB8AC3E}">
        <p14:creationId xmlns:p14="http://schemas.microsoft.com/office/powerpoint/2010/main" val="51599142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EC29B-4C0A-4AA9-A9DF-E89F5D28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B98ED-86A1-4F22-AA81-9E7A54D9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Usage Manual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34BCA-0130-471F-8CA4-91F95AF9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내 개인 baseline을 신규 프로젝트에도 세 단계로 붙일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D05BC-D70B-41FF-834C-C06525C2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48D3B-4275-4454-9779-D72C9EB5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5F94B-364F-4BFF-BF45-54F84D61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create-harness.sh, docs/WORKFLOW-MANUAL.md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BCE524-6A9F-4530-91B5-EE88EFDF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6235F-847D-46B8-B052-C38237F6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27241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B5161-CEB5-4F3B-940C-817C13E0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571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CC096-F4E0-4483-B33B-BC47D24A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4795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1. Scaffold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4EDC1-DC43-4679-8BB9-4FC81D92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23050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bash create-harness.sh --profile generic ./my-project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AB167-5F9A-4E56-AE42-ECC703D9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76500"/>
            <a:ext cx="27241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326D7B-5A84-4DEA-81BC-E05D23A0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76500"/>
            <a:ext cx="571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019B2-C97A-44F9-A105-4044DD84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4795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2.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B673F8-FAE9-4174-9A7E-137C0A17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71800"/>
            <a:ext cx="23050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생성된 STATUS.md, entrypoints, rules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285417-130F-4B2C-B615-0EB9995B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76500"/>
            <a:ext cx="27241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33EE3C-0819-4969-8989-2EB7DA3E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76500"/>
            <a:ext cx="571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F7E2F1-CCF6-4FF3-8F15-37C5A838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4795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3. Commit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1BD804-24E0-4837-BB58-A3411519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71800"/>
            <a:ext cx="23050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chore: AI Workflow Harness 초기 구성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1C1AA3-E4EE-4802-A45A-6568607B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67300"/>
            <a:ext cx="76581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03EAE-8424-4B44-B8AA-3AAE740C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6730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961CF4-9F05-4971-A54D-A847D90E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387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Existing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F7F6B1-7F6A-4022-95E0-69166D20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5626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기존 프로젝트는 --existing으로 overlay하고, 기존 파일 overwrite는 피한다.</a:t>
            </a:r>
          </a:p>
        </p:txBody>
      </p:sp>
    </p:spTree>
    <p:extLst>
      <p:ext uri="{BB962C8B-B14F-4D97-AF65-F5344CB8AC3E}">
        <p14:creationId xmlns:p14="http://schemas.microsoft.com/office/powerpoint/2010/main" val="160007877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33D445-2277-4E90-8B34-F45F214B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AD624-EC5E-46F4-94BF-818855D2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Usage Manual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72789A-0EB9-4E60-AAD2-01417AF9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첫 세션 10분 루틴은 STATUS에서 시작한다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C63E1-0BB2-4766-B2E7-DB4EA9A2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C7E9C-1E74-4451-A5E2-369257EC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0F4EB-687E-40C2-A15E-2A301AC7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docs/HARNESS-QUICK-REFERENCE.md, docs/WORKFLOW-MANUAL.md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70E83-90D0-4124-957C-D1F3D431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FA729-6F6F-424A-AE23-A9D88997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39082-EDF4-404E-84D8-28F6624B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C9F78-10F9-48E4-AC59-C64CAB52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098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/start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30AC3-1981-4D12-B982-7E947EF1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8125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A9AD4E-0F84-40DB-B275-26C4F321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0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458682-DCEF-4AC4-B988-ED4FA7EB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098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Current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CC4DE-307F-4CC9-8CD4-3E4D73AB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8125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85CD2-B84B-407F-8186-C80B673B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0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5B47C-C769-4617-884E-13B8F6CC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098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Active Work /</a:t>
            </a:r>
          </a:p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Next Actions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4B375-6466-44B3-B32A-BCFB2CD5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F2D7A7-2DEF-4D0F-851A-9A12A036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0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244373-8AE4-4EB1-98CE-3CFCB820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098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/pick 또는</a:t>
            </a:r>
          </a:p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/work &lt;ID&gt;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EC8A55-3B50-40EF-80FE-6694DEC4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1000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56C235-1139-4A8C-9CCB-758D4C79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3860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5307F3-767E-4D9E-A4E6-ACD1F645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386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plan / risk /</a:t>
            </a:r>
          </a:p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verification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1325E9-1D95-452B-BDCA-C061AF91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1000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54B9D-8328-4746-AF77-2A4AFE36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3860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596AF9-6F75-44B6-B432-E581B1B7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386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승인 후 실행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5B59A1-7061-4A8B-885A-C09524D8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1000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2E3774-9BE1-4182-A5EB-77E6F7B4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3860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6430D9-2E83-4AA4-A273-9F762DE6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386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검증 결과 확인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F77103-F012-480F-8989-24925E0F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219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A8B6B1-0AEE-48D8-A8D1-49430746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3860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6F73C1-917A-46F6-A90C-47FE639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0386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/done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A08095-B886-43EC-8881-B5B071EA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619750"/>
            <a:ext cx="9258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처음부터 많은 규칙을 외우는 것이 아니라, 내가 매 세션 같은 방식으로 시작하고 끝내는 것이 핵심이다.</a:t>
            </a:r>
          </a:p>
        </p:txBody>
      </p:sp>
    </p:spTree>
    <p:extLst>
      <p:ext uri="{BB962C8B-B14F-4D97-AF65-F5344CB8AC3E}">
        <p14:creationId xmlns:p14="http://schemas.microsoft.com/office/powerpoint/2010/main" val="182757205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2E8A51-3AFF-49BB-B9F8-BB1B6EEE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4B849-C8ED-49AB-9C8F-47366F12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Usage Manual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925D3-139D-442D-A07E-B53F7CA1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8개 command는 내가 반복하는 작업 lifecycle을 나눠 맡는다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4BDB4-8004-435D-98EE-86DAF6B4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7CD0A-1E53-4225-B407-3BBAE680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B990E-5294-45F1-A652-4FFB6114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docs/HARNESS-QUICK-REFERENCE.md, .claude/commands/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16905-92D7-4901-B537-C505C66C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3AE825-B44A-40D9-9ECE-8B25AB32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C3690-90E1-4902-9DBD-0828BD99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ABA654-CDD6-46DE-9C07-B5962CC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/start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A4596-D07A-45DA-8CCE-65B658DA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현재 상태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B0488-E078-48EE-B63F-90DCECA0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4790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F5E499-D9C4-4953-B4C7-01698C1D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47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5C2BC-3974-45DF-9B34-A7A9A031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41935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/pick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9859D3-7221-4B3A-93E7-5DAF337E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4320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다음 작업 후보 추천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FF61FD-08C9-4AC3-A66A-8E7A4251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BEAB6B-13F0-4F8E-B0B9-6D13BEB1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D32803-259D-4EF9-B562-BEDBC426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/register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304203-E9B7-4494-AB20-66F13D81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4320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새 작업 등록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2E01D3-DAA5-48AF-BDE2-9CDD9CEF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7439BB-A918-418F-9FED-CD2FE11F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FD7AC1-3949-418A-A36C-6C8DC37C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1935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/work &lt;ID&gt;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A99C4A-B5AA-419D-9A79-AAF4CDCA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4320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작업 계획 수립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6FA4BC-12D3-46A0-8635-A1014D3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649CB2-F29D-4B05-9B49-B789911B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18DA2C-92F1-4261-98E3-EBB45B6A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4810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/resume &lt;ID&gt;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F104D4-12B3-4963-84A1-F614A193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중단 작업 재개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2EABBC-4957-4B9A-91E5-E34CD293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7665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E07AFB-4B14-4516-A388-1EE91958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7665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DFC324-297D-4762-9199-70802839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84810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/doc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8AA956-34DD-4AE0-B083-6E2C4D86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17195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발표·보고 산출물 workflow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060F78-CA7F-438E-A87A-F93AC908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7665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2433FA-AC65-421B-9371-B640D5DF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7665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0FE877-EBC6-4934-AA3F-D49C0D80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4810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/health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6EB61A-BA60-4849-974F-5C17E396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7195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workflow 상태 점검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A7C31D-9927-412A-9B92-E7ADDAE8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76650"/>
            <a:ext cx="2209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C34869-00E1-41DB-974C-B8A5EF93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7665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1152BC-E417-4D79-9D47-C56F040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4810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/done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EDB559-289C-4C09-9485-E7BB8314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17195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완료 보고와 상태 갱신 제안</a:t>
            </a:r>
          </a:p>
        </p:txBody>
      </p:sp>
    </p:spTree>
    <p:extLst>
      <p:ext uri="{BB962C8B-B14F-4D97-AF65-F5344CB8AC3E}">
        <p14:creationId xmlns:p14="http://schemas.microsoft.com/office/powerpoint/2010/main" val="110033405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A790E6-0109-40E5-8ADB-4C2820EB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28A44-7B79-485C-8FF0-563EE600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Usage Manual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F6635B-8014-4A11-8BE2-10B354D6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실제 한 사이클은 스스로 계획을 확인하고 검증한 뒤 종료한다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5A04C-F37F-4961-8026-4CB61DA3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5DE3D-0634-434D-A076-7F6ED0AA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7693DB-7A76-4504-8E53-D305DF6B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docs/STATUS.md § Active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4022A9-E76B-4CBB-B2B4-2AD9934C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8DA77-F3D0-4454-8067-E7215556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8120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1B1CB-B487-477B-B7BB-B7349A3E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7645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User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CA50F-AFDE-48C5-85E3-FAABAFC8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81200"/>
            <a:ext cx="7810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2A320-7222-4BD3-9E2B-405A1F0A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76450"/>
            <a:ext cx="7391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/work HRN-013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6CF75-FC64-42BA-9682-3B240BDA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3365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FE9B56-906B-44E8-BB86-EE54D08E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2890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6D955C-C218-4036-83C7-E522F1C0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33650"/>
            <a:ext cx="7810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20CDE2-0ACD-4D82-850D-06D9647D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28900"/>
            <a:ext cx="7391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scope, risk, files, verification을 보고합니다. 진행할까요?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8E935-87F3-4F03-B887-BDA8993B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8610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5ECD7B-2BBF-41C2-8AA0-4C7A6F82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8135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994215-6662-4580-B694-707A5A99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86100"/>
            <a:ext cx="7810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3398FC-CCDD-43A5-B85F-DF1C2316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81350"/>
            <a:ext cx="7391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진행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B79BC3-1365-4DBA-884E-7B58AEED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3855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0F0D97-D0C8-49FA-A65E-8985E569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3380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D484D2-6665-4F5E-8805-ABA6406B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7810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F8480E-3EE5-40E5-B2D0-91B3E5A9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33800"/>
            <a:ext cx="7391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구현 후 validation 실행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BCC011-9381-4226-8EFD-C1CD55A6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9100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D37057-45BF-4B99-B762-4692ABD7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8625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24D2CC-1558-49B2-BA34-A60F8524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91000"/>
            <a:ext cx="7810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D9662-257A-4020-A064-72DA3BFE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86250"/>
            <a:ext cx="7391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검증 결과와 STATUS Update Proposal 보고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7FF9C1-F050-44CF-9CB6-BE937F76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4345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3D9727-D854-43BB-BB0B-1967B3F5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3870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User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734029-BD10-4F1E-819B-295DC1D1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43450"/>
            <a:ext cx="7810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429559-7319-414F-839D-29859B22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38700"/>
            <a:ext cx="7391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승인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F644C1-E103-4ADB-A5EF-1EF63D7C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1047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EF8C33-19C8-4BEE-A94C-34F78CC8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9115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Agent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A9EF95-6322-43BF-9CC2-11F70043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95900"/>
            <a:ext cx="7810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616ADD-632D-431B-9329-393295D9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391150"/>
            <a:ext cx="7391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8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/done summary와 commit readiness 보고</a:t>
            </a:r>
          </a:p>
        </p:txBody>
      </p:sp>
    </p:spTree>
    <p:extLst>
      <p:ext uri="{BB962C8B-B14F-4D97-AF65-F5344CB8AC3E}">
        <p14:creationId xmlns:p14="http://schemas.microsoft.com/office/powerpoint/2010/main" val="9360008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7FD634-52BB-418C-A021-78A52928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8AEB0-AA8C-423A-9888-EB7C2F6F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Usage Manual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35981-9106-4B37-B6E2-D1D822D9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내가 반복해서 겪은 실수는 대체로 네 가지였다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ABFC5-8639-468D-8A78-B0FE6D21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16B09-B64D-4042-A947-E1652387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C03A2-6CAE-41D6-B1BC-3C1D1CE7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Source: docs/retrospectives/harness-evaluation-20260514.md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BA3814-1E93-43C3-B608-64D5D1F7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E49A2-24A2-4EDD-9C78-EE809EFF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47261-B5F6-44DE-8D85-E2B1E983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Mistake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DF7BE-5061-4548-AD16-EC8EE06A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0955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D04FD-9DE1-4CD3-97E2-12098EEB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21907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Symptom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B5FE4A-7384-4AAF-B566-79F82121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20955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81F3F0-75C3-4E11-8FC9-9FD64204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907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2783B-5BB8-4D38-B108-7699B776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D43F62-BF7C-4EEE-A45A-58A6F1E4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STATUS.md skip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19BB5A-73A7-4791-963C-9ABE8CA3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27241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CB5C8-933B-40EA-B82D-58749CCF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28194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Agent가 엉뚱한 작업을 시작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A1EB3E-05A4-4AD8-AE74-E0F1E81F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27241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D14177-63B3-4554-8270-3A98A95E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8194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/start로 시작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C0DB5D-BBD8-424A-9E8A-42EF6DD0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5D14E4-708D-46F5-956D-3949406B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Plan 없이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CFF4E0-292B-4DC8-A17C-39C76A82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33528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1B6AFB-ED45-4835-A625-912525B2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34480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scope drift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DCE3AE-3A87-4F92-87DD-870F8E78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33528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09BB3-E309-4557-BF51-BB072F3D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34480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/work로 plan 승인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4FE4D5-0B31-4C03-AFF3-BD934964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09640-ADBB-4331-9567-F4B5D375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Validation 생략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13A1E2-7C7D-41C2-AE2C-F16158A2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39814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54D574-BB1D-4B3A-9F22-E8233CFC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40767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조용한 회귀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53B5FF-D4F0-4640-BD9A-017AAA98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398145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4F4A16-C187-44BB-872E-0C2D6A3B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407670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Done 전 test/report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57F009-E050-4DC4-B2FD-70973E0D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FBF525-BC1D-4FDE-9F0A-02F41ED9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DR 생략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F13706-B875-4972-88EF-DF7EFE4B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46101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16363B-C458-4373-951F-C8F6ECBA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47053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결정 이유 상실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B047FD-0D6F-4818-94E9-04867B80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0" y="4610100"/>
            <a:ext cx="355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9B1D21-EAFA-4AC3-A43B-172C845C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4705350"/>
            <a:ext cx="3327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reversal cost가 있으면 DR</a:t>
            </a:r>
          </a:p>
        </p:txBody>
      </p:sp>
    </p:spTree>
    <p:extLst>
      <p:ext uri="{BB962C8B-B14F-4D97-AF65-F5344CB8AC3E}">
        <p14:creationId xmlns:p14="http://schemas.microsoft.com/office/powerpoint/2010/main" val="127585880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0F7B82-03AC-4356-A1F5-D96FC31F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06F51-94C9-407F-8CC1-B9CC436D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rPr>
              <a:t>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166A8-41DC-4838-8629-A8AEAAE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7429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가져갈 메시지는 세 가지다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A6820-2C44-4FDC-BC75-894791EC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8572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3304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48D7F-30C3-41CE-87A7-EC2F8828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813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E0E18-5DD3-4421-931D-415505C3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003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출발은 개인적 Vibe Coding 실험이었다.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A111D-8960-4060-B67E-2662A869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8572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33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3E76A-C972-4938-A7B4-75D7BEAB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57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E81CC2-ABD6-4470-B2AF-D24CE08C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6766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Harness v1은 그 실험을 반복 가능한 manual-first baseline으로 정리한 결과다.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2BB9E-DF32-4460-8B06-90DAF798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81500"/>
            <a:ext cx="8572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33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A58FF-B658-40D4-A029-A574DF73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D4B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AEC300-9A65-4699-97EE-FD1BD186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529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다음 단계는 이 baseline을 팀에 공유하고, v2에서 강제력과 자동화를 높이는 것이다.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6F32E0-D062-4A13-BC6D-F616AEC2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0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241768-E5A8-4328-ADEF-15BB9227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5382F-DA5D-4D7D-A39A-374B24D3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Source: Synthesized from entire presentation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6A6E39-F979-4775-A985-91FF63CE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01632654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0A2A1E-12A4-4946-AC18-5705BE35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C2A9BF-F384-4687-9467-AAF5F85C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400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Q &amp; 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9D60A-D031-4E16-B93C-C62E3760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495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박경서</a:t>
            </a:r>
          </a:p>
          <a:p xmlns:a="http://schemas.openxmlformats.org/drawingml/2006/main">
            <a:pPr algn="l">
              <a:defRPr sz="1200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Kyungseo.Park@gmail.com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github.com/kyungseo/base-msa-template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5222F-7596-4471-B0A6-23442332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0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DD3B9-BD4C-4D50-BF11-6E41953C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57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AI와 함께 개발하기: Vibe Coding &amp; AI Workflow Harness 실전 입문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25FAD-914D-426B-9BE6-FA0C2E44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419850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박경서 &lt;Kyungseo.Park@gmail.com&gt;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FCEFB4-C393-4B8F-8584-4E97A7FE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94A3B8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8317095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2026-05-16T11:28:56.5170000Z</dcterms:created>
  <dcterms:modified xsi:type="dcterms:W3CDTF">2026-05-16T11:28:56.5170000Z</dcterms:modified>
</coreProperties>
</file>